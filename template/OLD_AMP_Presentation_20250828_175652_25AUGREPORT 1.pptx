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0.xml" ContentType="application/vnd.openxmlformats-officedocument.drawingml.chart+xml"/>
  <Override PartName="/ppt/charts/chart100.xml" ContentType="application/vnd.openxmlformats-officedocument.drawingml.chart+xml"/>
  <Override PartName="/ppt/charts/chart101.xml" ContentType="application/vnd.openxmlformats-officedocument.drawingml.chart+xml"/>
  <Override PartName="/ppt/charts/chart102.xml" ContentType="application/vnd.openxmlformats-officedocument.drawingml.chart+xml"/>
  <Override PartName="/ppt/charts/chart103.xml" ContentType="application/vnd.openxmlformats-officedocument.drawingml.chart+xml"/>
  <Override PartName="/ppt/charts/chart104.xml" ContentType="application/vnd.openxmlformats-officedocument.drawingml.chart+xml"/>
  <Override PartName="/ppt/charts/chart105.xml" ContentType="application/vnd.openxmlformats-officedocument.drawingml.chart+xml"/>
  <Override PartName="/ppt/charts/chart106.xml" ContentType="application/vnd.openxmlformats-officedocument.drawingml.chart+xml"/>
  <Override PartName="/ppt/charts/chart107.xml" ContentType="application/vnd.openxmlformats-officedocument.drawingml.chart+xml"/>
  <Override PartName="/ppt/charts/chart108.xml" ContentType="application/vnd.openxmlformats-officedocument.drawingml.chart+xml"/>
  <Override PartName="/ppt/charts/chart109.xml" ContentType="application/vnd.openxmlformats-officedocument.drawingml.chart+xml"/>
  <Override PartName="/ppt/charts/chart11.xml" ContentType="application/vnd.openxmlformats-officedocument.drawingml.chart+xml"/>
  <Override PartName="/ppt/charts/chart110.xml" ContentType="application/vnd.openxmlformats-officedocument.drawingml.chart+xml"/>
  <Override PartName="/ppt/charts/chart111.xml" ContentType="application/vnd.openxmlformats-officedocument.drawingml.chart+xml"/>
  <Override PartName="/ppt/charts/chart112.xml" ContentType="application/vnd.openxmlformats-officedocument.drawingml.chart+xml"/>
  <Override PartName="/ppt/charts/chart113.xml" ContentType="application/vnd.openxmlformats-officedocument.drawingml.chart+xml"/>
  <Override PartName="/ppt/charts/chart114.xml" ContentType="application/vnd.openxmlformats-officedocument.drawingml.chart+xml"/>
  <Override PartName="/ppt/charts/chart115.xml" ContentType="application/vnd.openxmlformats-officedocument.drawingml.chart+xml"/>
  <Override PartName="/ppt/charts/chart116.xml" ContentType="application/vnd.openxmlformats-officedocument.drawingml.chart+xml"/>
  <Override PartName="/ppt/charts/chart117.xml" ContentType="application/vnd.openxmlformats-officedocument.drawingml.chart+xml"/>
  <Override PartName="/ppt/charts/chart118.xml" ContentType="application/vnd.openxmlformats-officedocument.drawingml.chart+xml"/>
  <Override PartName="/ppt/charts/chart119.xml" ContentType="application/vnd.openxmlformats-officedocument.drawingml.chart+xml"/>
  <Override PartName="/ppt/charts/chart12.xml" ContentType="application/vnd.openxmlformats-officedocument.drawingml.chart+xml"/>
  <Override PartName="/ppt/charts/chart120.xml" ContentType="application/vnd.openxmlformats-officedocument.drawingml.chart+xml"/>
  <Override PartName="/ppt/charts/chart121.xml" ContentType="application/vnd.openxmlformats-officedocument.drawingml.chart+xml"/>
  <Override PartName="/ppt/charts/chart122.xml" ContentType="application/vnd.openxmlformats-officedocument.drawingml.chart+xml"/>
  <Override PartName="/ppt/charts/chart123.xml" ContentType="application/vnd.openxmlformats-officedocument.drawingml.chart+xml"/>
  <Override PartName="/ppt/charts/chart124.xml" ContentType="application/vnd.openxmlformats-officedocument.drawingml.chart+xml"/>
  <Override PartName="/ppt/charts/chart125.xml" ContentType="application/vnd.openxmlformats-officedocument.drawingml.chart+xml"/>
  <Override PartName="/ppt/charts/chart126.xml" ContentType="application/vnd.openxmlformats-officedocument.drawingml.chart+xml"/>
  <Override PartName="/ppt/charts/chart127.xml" ContentType="application/vnd.openxmlformats-officedocument.drawingml.chart+xml"/>
  <Override PartName="/ppt/charts/chart128.xml" ContentType="application/vnd.openxmlformats-officedocument.drawingml.chart+xml"/>
  <Override PartName="/ppt/charts/chart129.xml" ContentType="application/vnd.openxmlformats-officedocument.drawingml.chart+xml"/>
  <Override PartName="/ppt/charts/chart13.xml" ContentType="application/vnd.openxmlformats-officedocument.drawingml.chart+xml"/>
  <Override PartName="/ppt/charts/chart130.xml" ContentType="application/vnd.openxmlformats-officedocument.drawingml.chart+xml"/>
  <Override PartName="/ppt/charts/chart131.xml" ContentType="application/vnd.openxmlformats-officedocument.drawingml.chart+xml"/>
  <Override PartName="/ppt/charts/chart132.xml" ContentType="application/vnd.openxmlformats-officedocument.drawingml.chart+xml"/>
  <Override PartName="/ppt/charts/chart133.xml" ContentType="application/vnd.openxmlformats-officedocument.drawingml.chart+xml"/>
  <Override PartName="/ppt/charts/chart134.xml" ContentType="application/vnd.openxmlformats-officedocument.drawingml.chart+xml"/>
  <Override PartName="/ppt/charts/chart135.xml" ContentType="application/vnd.openxmlformats-officedocument.drawingml.chart+xml"/>
  <Override PartName="/ppt/charts/chart136.xml" ContentType="application/vnd.openxmlformats-officedocument.drawingml.chart+xml"/>
  <Override PartName="/ppt/charts/chart137.xml" ContentType="application/vnd.openxmlformats-officedocument.drawingml.chart+xml"/>
  <Override PartName="/ppt/charts/chart138.xml" ContentType="application/vnd.openxmlformats-officedocument.drawingml.chart+xml"/>
  <Override PartName="/ppt/charts/chart139.xml" ContentType="application/vnd.openxmlformats-officedocument.drawingml.chart+xml"/>
  <Override PartName="/ppt/charts/chart14.xml" ContentType="application/vnd.openxmlformats-officedocument.drawingml.chart+xml"/>
  <Override PartName="/ppt/charts/chart140.xml" ContentType="application/vnd.openxmlformats-officedocument.drawingml.chart+xml"/>
  <Override PartName="/ppt/charts/chart141.xml" ContentType="application/vnd.openxmlformats-officedocument.drawingml.chart+xml"/>
  <Override PartName="/ppt/charts/chart142.xml" ContentType="application/vnd.openxmlformats-officedocument.drawingml.chart+xml"/>
  <Override PartName="/ppt/charts/chart143.xml" ContentType="application/vnd.openxmlformats-officedocument.drawingml.chart+xml"/>
  <Override PartName="/ppt/charts/chart144.xml" ContentType="application/vnd.openxmlformats-officedocument.drawingml.chart+xml"/>
  <Override PartName="/ppt/charts/chart145.xml" ContentType="application/vnd.openxmlformats-officedocument.drawingml.chart+xml"/>
  <Override PartName="/ppt/charts/chart146.xml" ContentType="application/vnd.openxmlformats-officedocument.drawingml.chart+xml"/>
  <Override PartName="/ppt/charts/chart147.xml" ContentType="application/vnd.openxmlformats-officedocument.drawingml.chart+xml"/>
  <Override PartName="/ppt/charts/chart148.xml" ContentType="application/vnd.openxmlformats-officedocument.drawingml.chart+xml"/>
  <Override PartName="/ppt/charts/chart149.xml" ContentType="application/vnd.openxmlformats-officedocument.drawingml.chart+xml"/>
  <Override PartName="/ppt/charts/chart15.xml" ContentType="application/vnd.openxmlformats-officedocument.drawingml.chart+xml"/>
  <Override PartName="/ppt/charts/chart150.xml" ContentType="application/vnd.openxmlformats-officedocument.drawingml.chart+xml"/>
  <Override PartName="/ppt/charts/chart151.xml" ContentType="application/vnd.openxmlformats-officedocument.drawingml.chart+xml"/>
  <Override PartName="/ppt/charts/chart152.xml" ContentType="application/vnd.openxmlformats-officedocument.drawingml.chart+xml"/>
  <Override PartName="/ppt/charts/chart153.xml" ContentType="application/vnd.openxmlformats-officedocument.drawingml.chart+xml"/>
  <Override PartName="/ppt/charts/chart154.xml" ContentType="application/vnd.openxmlformats-officedocument.drawingml.chart+xml"/>
  <Override PartName="/ppt/charts/chart155.xml" ContentType="application/vnd.openxmlformats-officedocument.drawingml.chart+xml"/>
  <Override PartName="/ppt/charts/chart156.xml" ContentType="application/vnd.openxmlformats-officedocument.drawingml.chart+xml"/>
  <Override PartName="/ppt/charts/chart157.xml" ContentType="application/vnd.openxmlformats-officedocument.drawingml.chart+xml"/>
  <Override PartName="/ppt/charts/chart158.xml" ContentType="application/vnd.openxmlformats-officedocument.drawingml.chart+xml"/>
  <Override PartName="/ppt/charts/chart159.xml" ContentType="application/vnd.openxmlformats-officedocument.drawingml.chart+xml"/>
  <Override PartName="/ppt/charts/chart16.xml" ContentType="application/vnd.openxmlformats-officedocument.drawingml.chart+xml"/>
  <Override PartName="/ppt/charts/chart160.xml" ContentType="application/vnd.openxmlformats-officedocument.drawingml.chart+xml"/>
  <Override PartName="/ppt/charts/chart161.xml" ContentType="application/vnd.openxmlformats-officedocument.drawingml.chart+xml"/>
  <Override PartName="/ppt/charts/chart162.xml" ContentType="application/vnd.openxmlformats-officedocument.drawingml.chart+xml"/>
  <Override PartName="/ppt/charts/chart163.xml" ContentType="application/vnd.openxmlformats-officedocument.drawingml.chart+xml"/>
  <Override PartName="/ppt/charts/chart164.xml" ContentType="application/vnd.openxmlformats-officedocument.drawingml.chart+xml"/>
  <Override PartName="/ppt/charts/chart165.xml" ContentType="application/vnd.openxmlformats-officedocument.drawingml.chart+xml"/>
  <Override PartName="/ppt/charts/chart166.xml" ContentType="application/vnd.openxmlformats-officedocument.drawingml.chart+xml"/>
  <Override PartName="/ppt/charts/chart167.xml" ContentType="application/vnd.openxmlformats-officedocument.drawingml.chart+xml"/>
  <Override PartName="/ppt/charts/chart168.xml" ContentType="application/vnd.openxmlformats-officedocument.drawingml.chart+xml"/>
  <Override PartName="/ppt/charts/chart169.xml" ContentType="application/vnd.openxmlformats-officedocument.drawingml.chart+xml"/>
  <Override PartName="/ppt/charts/chart17.xml" ContentType="application/vnd.openxmlformats-officedocument.drawingml.chart+xml"/>
  <Override PartName="/ppt/charts/chart170.xml" ContentType="application/vnd.openxmlformats-officedocument.drawingml.chart+xml"/>
  <Override PartName="/ppt/charts/chart171.xml" ContentType="application/vnd.openxmlformats-officedocument.drawingml.chart+xml"/>
  <Override PartName="/ppt/charts/chart172.xml" ContentType="application/vnd.openxmlformats-officedocument.drawingml.chart+xml"/>
  <Override PartName="/ppt/charts/chart173.xml" ContentType="application/vnd.openxmlformats-officedocument.drawingml.chart+xml"/>
  <Override PartName="/ppt/charts/chart174.xml" ContentType="application/vnd.openxmlformats-officedocument.drawingml.chart+xml"/>
  <Override PartName="/ppt/charts/chart175.xml" ContentType="application/vnd.openxmlformats-officedocument.drawingml.chart+xml"/>
  <Override PartName="/ppt/charts/chart176.xml" ContentType="application/vnd.openxmlformats-officedocument.drawingml.chart+xml"/>
  <Override PartName="/ppt/charts/chart177.xml" ContentType="application/vnd.openxmlformats-officedocument.drawingml.chart+xml"/>
  <Override PartName="/ppt/charts/chart178.xml" ContentType="application/vnd.openxmlformats-officedocument.drawingml.chart+xml"/>
  <Override PartName="/ppt/charts/chart179.xml" ContentType="application/vnd.openxmlformats-officedocument.drawingml.chart+xml"/>
  <Override PartName="/ppt/charts/chart18.xml" ContentType="application/vnd.openxmlformats-officedocument.drawingml.chart+xml"/>
  <Override PartName="/ppt/charts/chart180.xml" ContentType="application/vnd.openxmlformats-officedocument.drawingml.chart+xml"/>
  <Override PartName="/ppt/charts/chart181.xml" ContentType="application/vnd.openxmlformats-officedocument.drawingml.chart+xml"/>
  <Override PartName="/ppt/charts/chart182.xml" ContentType="application/vnd.openxmlformats-officedocument.drawingml.chart+xml"/>
  <Override PartName="/ppt/charts/chart183.xml" ContentType="application/vnd.openxmlformats-officedocument.drawingml.chart+xml"/>
  <Override PartName="/ppt/charts/chart184.xml" ContentType="application/vnd.openxmlformats-officedocument.drawingml.chart+xml"/>
  <Override PartName="/ppt/charts/chart185.xml" ContentType="application/vnd.openxmlformats-officedocument.drawingml.chart+xml"/>
  <Override PartName="/ppt/charts/chart186.xml" ContentType="application/vnd.openxmlformats-officedocument.drawingml.chart+xml"/>
  <Override PartName="/ppt/charts/chart187.xml" ContentType="application/vnd.openxmlformats-officedocument.drawingml.chart+xml"/>
  <Override PartName="/ppt/charts/chart188.xml" ContentType="application/vnd.openxmlformats-officedocument.drawingml.chart+xml"/>
  <Override PartName="/ppt/charts/chart189.xml" ContentType="application/vnd.openxmlformats-officedocument.drawingml.chart+xml"/>
  <Override PartName="/ppt/charts/chart19.xml" ContentType="application/vnd.openxmlformats-officedocument.drawingml.chart+xml"/>
  <Override PartName="/ppt/charts/chart190.xml" ContentType="application/vnd.openxmlformats-officedocument.drawingml.chart+xml"/>
  <Override PartName="/ppt/charts/chart191.xml" ContentType="application/vnd.openxmlformats-officedocument.drawingml.chart+xml"/>
  <Override PartName="/ppt/charts/chart192.xml" ContentType="application/vnd.openxmlformats-officedocument.drawingml.chart+xml"/>
  <Override PartName="/ppt/charts/chart193.xml" ContentType="application/vnd.openxmlformats-officedocument.drawingml.chart+xml"/>
  <Override PartName="/ppt/charts/chart194.xml" ContentType="application/vnd.openxmlformats-officedocument.drawingml.chart+xml"/>
  <Override PartName="/ppt/charts/chart195.xml" ContentType="application/vnd.openxmlformats-officedocument.drawingml.chart+xml"/>
  <Override PartName="/ppt/charts/chart196.xml" ContentType="application/vnd.openxmlformats-officedocument.drawingml.chart+xml"/>
  <Override PartName="/ppt/charts/chart197.xml" ContentType="application/vnd.openxmlformats-officedocument.drawingml.chart+xml"/>
  <Override PartName="/ppt/charts/chart198.xml" ContentType="application/vnd.openxmlformats-officedocument.drawingml.chart+xml"/>
  <Override PartName="/ppt/charts/chart199.xml" ContentType="application/vnd.openxmlformats-officedocument.drawingml.chart+xml"/>
  <Override PartName="/ppt/charts/chart20.xml" ContentType="application/vnd.openxmlformats-officedocument.drawingml.chart+xml"/>
  <Override PartName="/ppt/charts/chart200.xml" ContentType="application/vnd.openxmlformats-officedocument.drawingml.chart+xml"/>
  <Override PartName="/ppt/charts/chart201.xml" ContentType="application/vnd.openxmlformats-officedocument.drawingml.chart+xml"/>
  <Override PartName="/ppt/charts/chart202.xml" ContentType="application/vnd.openxmlformats-officedocument.drawingml.chart+xml"/>
  <Override PartName="/ppt/charts/chart203.xml" ContentType="application/vnd.openxmlformats-officedocument.drawingml.chart+xml"/>
  <Override PartName="/ppt/charts/chart204.xml" ContentType="application/vnd.openxmlformats-officedocument.drawingml.chart+xml"/>
  <Override PartName="/ppt/charts/chart205.xml" ContentType="application/vnd.openxmlformats-officedocument.drawingml.chart+xml"/>
  <Override PartName="/ppt/charts/chart206.xml" ContentType="application/vnd.openxmlformats-officedocument.drawingml.chart+xml"/>
  <Override PartName="/ppt/charts/chart207.xml" ContentType="application/vnd.openxmlformats-officedocument.drawingml.chart+xml"/>
  <Override PartName="/ppt/charts/chart208.xml" ContentType="application/vnd.openxmlformats-officedocument.drawingml.chart+xml"/>
  <Override PartName="/ppt/charts/chart209.xml" ContentType="application/vnd.openxmlformats-officedocument.drawingml.chart+xml"/>
  <Override PartName="/ppt/charts/chart21.xml" ContentType="application/vnd.openxmlformats-officedocument.drawingml.chart+xml"/>
  <Override PartName="/ppt/charts/chart210.xml" ContentType="application/vnd.openxmlformats-officedocument.drawingml.chart+xml"/>
  <Override PartName="/ppt/charts/chart211.xml" ContentType="application/vnd.openxmlformats-officedocument.drawingml.chart+xml"/>
  <Override PartName="/ppt/charts/chart212.xml" ContentType="application/vnd.openxmlformats-officedocument.drawingml.chart+xml"/>
  <Override PartName="/ppt/charts/chart213.xml" ContentType="application/vnd.openxmlformats-officedocument.drawingml.chart+xml"/>
  <Override PartName="/ppt/charts/chart214.xml" ContentType="application/vnd.openxmlformats-officedocument.drawingml.chart+xml"/>
  <Override PartName="/ppt/charts/chart215.xml" ContentType="application/vnd.openxmlformats-officedocument.drawingml.chart+xml"/>
  <Override PartName="/ppt/charts/chart216.xml" ContentType="application/vnd.openxmlformats-officedocument.drawingml.chart+xml"/>
  <Override PartName="/ppt/charts/chart217.xml" ContentType="application/vnd.openxmlformats-officedocument.drawingml.chart+xml"/>
  <Override PartName="/ppt/charts/chart218.xml" ContentType="application/vnd.openxmlformats-officedocument.drawingml.chart+xml"/>
  <Override PartName="/ppt/charts/chart219.xml" ContentType="application/vnd.openxmlformats-officedocument.drawingml.chart+xml"/>
  <Override PartName="/ppt/charts/chart22.xml" ContentType="application/vnd.openxmlformats-officedocument.drawingml.chart+xml"/>
  <Override PartName="/ppt/charts/chart220.xml" ContentType="application/vnd.openxmlformats-officedocument.drawingml.chart+xml"/>
  <Override PartName="/ppt/charts/chart221.xml" ContentType="application/vnd.openxmlformats-officedocument.drawingml.chart+xml"/>
  <Override PartName="/ppt/charts/chart222.xml" ContentType="application/vnd.openxmlformats-officedocument.drawingml.chart+xml"/>
  <Override PartName="/ppt/charts/chart223.xml" ContentType="application/vnd.openxmlformats-officedocument.drawingml.chart+xml"/>
  <Override PartName="/ppt/charts/chart224.xml" ContentType="application/vnd.openxmlformats-officedocument.drawingml.chart+xml"/>
  <Override PartName="/ppt/charts/chart225.xml" ContentType="application/vnd.openxmlformats-officedocument.drawingml.chart+xml"/>
  <Override PartName="/ppt/charts/chart226.xml" ContentType="application/vnd.openxmlformats-officedocument.drawingml.chart+xml"/>
  <Override PartName="/ppt/charts/chart227.xml" ContentType="application/vnd.openxmlformats-officedocument.drawingml.chart+xml"/>
  <Override PartName="/ppt/charts/chart228.xml" ContentType="application/vnd.openxmlformats-officedocument.drawingml.chart+xml"/>
  <Override PartName="/ppt/charts/chart229.xml" ContentType="application/vnd.openxmlformats-officedocument.drawingml.chart+xml"/>
  <Override PartName="/ppt/charts/chart23.xml" ContentType="application/vnd.openxmlformats-officedocument.drawingml.chart+xml"/>
  <Override PartName="/ppt/charts/chart230.xml" ContentType="application/vnd.openxmlformats-officedocument.drawingml.chart+xml"/>
  <Override PartName="/ppt/charts/chart231.xml" ContentType="application/vnd.openxmlformats-officedocument.drawingml.chart+xml"/>
  <Override PartName="/ppt/charts/chart232.xml" ContentType="application/vnd.openxmlformats-officedocument.drawingml.chart+xml"/>
  <Override PartName="/ppt/charts/chart233.xml" ContentType="application/vnd.openxmlformats-officedocument.drawingml.chart+xml"/>
  <Override PartName="/ppt/charts/chart234.xml" ContentType="application/vnd.openxmlformats-officedocument.drawingml.chart+xml"/>
  <Override PartName="/ppt/charts/chart235.xml" ContentType="application/vnd.openxmlformats-officedocument.drawingml.chart+xml"/>
  <Override PartName="/ppt/charts/chart236.xml" ContentType="application/vnd.openxmlformats-officedocument.drawingml.chart+xml"/>
  <Override PartName="/ppt/charts/chart237.xml" ContentType="application/vnd.openxmlformats-officedocument.drawingml.chart+xml"/>
  <Override PartName="/ppt/charts/chart238.xml" ContentType="application/vnd.openxmlformats-officedocument.drawingml.chart+xml"/>
  <Override PartName="/ppt/charts/chart239.xml" ContentType="application/vnd.openxmlformats-officedocument.drawingml.chart+xml"/>
  <Override PartName="/ppt/charts/chart24.xml" ContentType="application/vnd.openxmlformats-officedocument.drawingml.chart+xml"/>
  <Override PartName="/ppt/charts/chart240.xml" ContentType="application/vnd.openxmlformats-officedocument.drawingml.chart+xml"/>
  <Override PartName="/ppt/charts/chart241.xml" ContentType="application/vnd.openxmlformats-officedocument.drawingml.chart+xml"/>
  <Override PartName="/ppt/charts/chart242.xml" ContentType="application/vnd.openxmlformats-officedocument.drawingml.chart+xml"/>
  <Override PartName="/ppt/charts/chart243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chart6.xml" ContentType="application/vnd.openxmlformats-officedocument.drawingml.chart+xml"/>
  <Override PartName="/ppt/charts/chart60.xml" ContentType="application/vnd.openxmlformats-officedocument.drawingml.chart+xml"/>
  <Override PartName="/ppt/charts/chart61.xml" ContentType="application/vnd.openxmlformats-officedocument.drawingml.chart+xml"/>
  <Override PartName="/ppt/charts/chart62.xml" ContentType="application/vnd.openxmlformats-officedocument.drawingml.chart+xml"/>
  <Override PartName="/ppt/charts/chart63.xml" ContentType="application/vnd.openxmlformats-officedocument.drawingml.chart+xml"/>
  <Override PartName="/ppt/charts/chart64.xml" ContentType="application/vnd.openxmlformats-officedocument.drawingml.chart+xml"/>
  <Override PartName="/ppt/charts/chart65.xml" ContentType="application/vnd.openxmlformats-officedocument.drawingml.chart+xml"/>
  <Override PartName="/ppt/charts/chart66.xml" ContentType="application/vnd.openxmlformats-officedocument.drawingml.chart+xml"/>
  <Override PartName="/ppt/charts/chart67.xml" ContentType="application/vnd.openxmlformats-officedocument.drawingml.chart+xml"/>
  <Override PartName="/ppt/charts/chart68.xml" ContentType="application/vnd.openxmlformats-officedocument.drawingml.chart+xml"/>
  <Override PartName="/ppt/charts/chart69.xml" ContentType="application/vnd.openxmlformats-officedocument.drawingml.chart+xml"/>
  <Override PartName="/ppt/charts/chart7.xml" ContentType="application/vnd.openxmlformats-officedocument.drawingml.chart+xml"/>
  <Override PartName="/ppt/charts/chart70.xml" ContentType="application/vnd.openxmlformats-officedocument.drawingml.chart+xml"/>
  <Override PartName="/ppt/charts/chart71.xml" ContentType="application/vnd.openxmlformats-officedocument.drawingml.chart+xml"/>
  <Override PartName="/ppt/charts/chart72.xml" ContentType="application/vnd.openxmlformats-officedocument.drawingml.chart+xml"/>
  <Override PartName="/ppt/charts/chart73.xml" ContentType="application/vnd.openxmlformats-officedocument.drawingml.chart+xml"/>
  <Override PartName="/ppt/charts/chart74.xml" ContentType="application/vnd.openxmlformats-officedocument.drawingml.chart+xml"/>
  <Override PartName="/ppt/charts/chart75.xml" ContentType="application/vnd.openxmlformats-officedocument.drawingml.chart+xml"/>
  <Override PartName="/ppt/charts/chart76.xml" ContentType="application/vnd.openxmlformats-officedocument.drawingml.chart+xml"/>
  <Override PartName="/ppt/charts/chart77.xml" ContentType="application/vnd.openxmlformats-officedocument.drawingml.chart+xml"/>
  <Override PartName="/ppt/charts/chart78.xml" ContentType="application/vnd.openxmlformats-officedocument.drawingml.chart+xml"/>
  <Override PartName="/ppt/charts/chart79.xml" ContentType="application/vnd.openxmlformats-officedocument.drawingml.chart+xml"/>
  <Override PartName="/ppt/charts/chart8.xml" ContentType="application/vnd.openxmlformats-officedocument.drawingml.chart+xml"/>
  <Override PartName="/ppt/charts/chart80.xml" ContentType="application/vnd.openxmlformats-officedocument.drawingml.chart+xml"/>
  <Override PartName="/ppt/charts/chart81.xml" ContentType="application/vnd.openxmlformats-officedocument.drawingml.chart+xml"/>
  <Override PartName="/ppt/charts/chart82.xml" ContentType="application/vnd.openxmlformats-officedocument.drawingml.chart+xml"/>
  <Override PartName="/ppt/charts/chart83.xml" ContentType="application/vnd.openxmlformats-officedocument.drawingml.chart+xml"/>
  <Override PartName="/ppt/charts/chart84.xml" ContentType="application/vnd.openxmlformats-officedocument.drawingml.chart+xml"/>
  <Override PartName="/ppt/charts/chart85.xml" ContentType="application/vnd.openxmlformats-officedocument.drawingml.chart+xml"/>
  <Override PartName="/ppt/charts/chart86.xml" ContentType="application/vnd.openxmlformats-officedocument.drawingml.chart+xml"/>
  <Override PartName="/ppt/charts/chart87.xml" ContentType="application/vnd.openxmlformats-officedocument.drawingml.chart+xml"/>
  <Override PartName="/ppt/charts/chart88.xml" ContentType="application/vnd.openxmlformats-officedocument.drawingml.chart+xml"/>
  <Override PartName="/ppt/charts/chart89.xml" ContentType="application/vnd.openxmlformats-officedocument.drawingml.chart+xml"/>
  <Override PartName="/ppt/charts/chart9.xml" ContentType="application/vnd.openxmlformats-officedocument.drawingml.chart+xml"/>
  <Override PartName="/ppt/charts/chart90.xml" ContentType="application/vnd.openxmlformats-officedocument.drawingml.chart+xml"/>
  <Override PartName="/ppt/charts/chart91.xml" ContentType="application/vnd.openxmlformats-officedocument.drawingml.chart+xml"/>
  <Override PartName="/ppt/charts/chart92.xml" ContentType="application/vnd.openxmlformats-officedocument.drawingml.chart+xml"/>
  <Override PartName="/ppt/charts/chart93.xml" ContentType="application/vnd.openxmlformats-officedocument.drawingml.chart+xml"/>
  <Override PartName="/ppt/charts/chart94.xml" ContentType="application/vnd.openxmlformats-officedocument.drawingml.chart+xml"/>
  <Override PartName="/ppt/charts/chart95.xml" ContentType="application/vnd.openxmlformats-officedocument.drawingml.chart+xml"/>
  <Override PartName="/ppt/charts/chart96.xml" ContentType="application/vnd.openxmlformats-officedocument.drawingml.chart+xml"/>
  <Override PartName="/ppt/charts/chart97.xml" ContentType="application/vnd.openxmlformats-officedocument.drawingml.chart+xml"/>
  <Override PartName="/ppt/charts/chart98.xml" ContentType="application/vnd.openxmlformats-officedocument.drawingml.chart+xml"/>
  <Override PartName="/ppt/charts/chart99.xml" ContentType="application/vnd.openxmlformats-officedocument.drawingml.chart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2" r:id="rId4"/>
  </p:sldMasterIdLst>
  <p:notesMasterIdLst>
    <p:notesMasterId r:id="rId6"/>
  </p:notesMasterIdLst>
  <p:handoutMasterIdLst>
    <p:handoutMasterId r:id="rId7"/>
  </p:handoutMasterIdLst>
  <p:sldIdLst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311" r:id="rId30"/>
    <p:sldId id="312" r:id="rId31"/>
    <p:sldId id="313" r:id="rId32"/>
    <p:sldId id="314" r:id="rId33"/>
    <p:sldId id="315" r:id="rId34"/>
    <p:sldId id="316" r:id="rId35"/>
    <p:sldId id="317" r:id="rId36"/>
    <p:sldId id="318" r:id="rId37"/>
    <p:sldId id="319" r:id="rId38"/>
    <p:sldId id="320" r:id="rId39"/>
    <p:sldId id="321" r:id="rId40"/>
    <p:sldId id="322" r:id="rId41"/>
    <p:sldId id="323" r:id="rId42"/>
    <p:sldId id="324" r:id="rId43"/>
    <p:sldId id="325" r:id="rId44"/>
    <p:sldId id="326" r:id="rId45"/>
    <p:sldId id="327" r:id="rId46"/>
    <p:sldId id="328" r:id="rId47"/>
    <p:sldId id="329" r:id="rId48"/>
    <p:sldId id="330" r:id="rId49"/>
    <p:sldId id="331" r:id="rId50"/>
    <p:sldId id="332" r:id="rId51"/>
    <p:sldId id="333" r:id="rId52"/>
    <p:sldId id="334" r:id="rId53"/>
    <p:sldId id="335" r:id="rId54"/>
    <p:sldId id="336" r:id="rId55"/>
    <p:sldId id="337" r:id="rId56"/>
    <p:sldId id="338" r:id="rId57"/>
    <p:sldId id="339" r:id="rId58"/>
    <p:sldId id="340" r:id="rId59"/>
    <p:sldId id="341" r:id="rId60"/>
    <p:sldId id="342" r:id="rId61"/>
    <p:sldId id="343" r:id="rId62"/>
    <p:sldId id="344" r:id="rId63"/>
    <p:sldId id="345" r:id="rId64"/>
    <p:sldId id="346" r:id="rId65"/>
    <p:sldId id="347" r:id="rId66"/>
    <p:sldId id="348" r:id="rId67"/>
    <p:sldId id="349" r:id="rId68"/>
    <p:sldId id="350" r:id="rId69"/>
    <p:sldId id="351" r:id="rId70"/>
    <p:sldId id="352" r:id="rId71"/>
    <p:sldId id="353" r:id="rId72"/>
    <p:sldId id="354" r:id="rId73"/>
    <p:sldId id="355" r:id="rId74"/>
    <p:sldId id="356" r:id="rId75"/>
    <p:sldId id="357" r:id="rId76"/>
    <p:sldId id="358" r:id="rId77"/>
    <p:sldId id="359" r:id="rId78"/>
    <p:sldId id="360" r:id="rId79"/>
    <p:sldId id="361" r:id="rId80"/>
    <p:sldId id="362" r:id="rId81"/>
    <p:sldId id="363" r:id="rId82"/>
    <p:sldId id="364" r:id="rId83"/>
    <p:sldId id="365" r:id="rId84"/>
    <p:sldId id="366" r:id="rId85"/>
    <p:sldId id="367" r:id="rId86"/>
    <p:sldId id="368" r:id="rId87"/>
    <p:sldId id="369" r:id="rId88"/>
    <p:sldId id="370" r:id="rId89"/>
    <p:sldId id="371" r:id="rId90"/>
    <p:sldId id="372" r:id="rId91"/>
    <p:sldId id="373" r:id="rId92"/>
    <p:sldId id="374" r:id="rId93"/>
    <p:sldId id="375" r:id="rId94"/>
    <p:sldId id="376" r:id="rId95"/>
    <p:sldId id="377" r:id="rId96"/>
    <p:sldId id="378" r:id="rId97"/>
    <p:sldId id="379" r:id="rId98"/>
    <p:sldId id="380" r:id="rId99"/>
    <p:sldId id="381" r:id="rId100"/>
    <p:sldId id="382" r:id="rId101"/>
    <p:sldId id="383" r:id="rId102"/>
    <p:sldId id="384" r:id="rId103"/>
    <p:sldId id="385" r:id="rId104"/>
    <p:sldId id="386" r:id="rId105"/>
    <p:sldId id="387" r:id="rId106"/>
  </p:sldIdLst>
  <p:sldSz cx="9144000" cy="5143500" type="screen16x9"/>
  <p:notesSz cx="6735763" cy="98663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181" userDrawn="1">
          <p15:clr>
            <a:srgbClr val="A4A3A4"/>
          </p15:clr>
        </p15:guide>
        <p15:guide id="6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3B73D02-A4DE-54AD-BB52-3DE1F5E42E0C}" name="Julien Normand" initials="JN" userId="S::julnorma@publicisgroupe.net::c252805d-673b-4d0c-a2bc-c961c120ada8" providerId="AD"/>
  <p188:author id="{B7B68D07-B9FF-3EEB-A797-7B23EAF0F91C}" name="Jenny O'Doherty" initials="JO" userId="S::jenodohe@publicisgroupe.net::81b8a037-e77f-4430-91b8-0c464d5fd9b1" providerId="AD"/>
  <p188:author id="{5E199C07-8F4D-5BE4-10F6-C2B1C74667E7}" name="Laura Lagatta" initials="" userId="S::laulagat1@publicisgroupe.net::5681c35d-5bab-4af8-8e1b-2d95f711f89a" providerId="AD"/>
  <p188:author id="{89EC4D0B-147A-904F-65AD-1AAA77180948}" name="Catarina Santos" initials="CS" userId="S::csantos4@publicisgroupe.net::0e2b275d-7d99-422e-88d4-8c63fb7aa43e" providerId="AD"/>
  <p188:author id="{648D410E-3F38-62F9-2EE4-342CBB91A71D}" name="Dennis May" initials="" userId="Anonymous_Dennis May" providerId="None"/>
  <p188:author id="{A1609413-CC23-5DF2-4393-0CCBD8B248B9}" name="Thaer Namruti" initials="TN" userId="S::thanamru@publicisgroupe.net::0e540dd0-fdf9-43ba-b4ad-d7bc8c6897d7" providerId="AD"/>
  <p188:author id="{A4E67024-1037-CCD8-1F1F-94407375835E}" name="James Douglas" initials="JD" userId="S::jamdougl@publicisgroupe.net::99f1d016-bef2-4648-9554-fb1d061a072f" providerId="AD"/>
  <p188:author id="{B1C7EF26-2B18-F69C-3E71-56CD44A4DE0D}" name="Julien Buckley" initials="" userId="S::julbuckl@publicisgroupe.net::7eea59d0-eaef-4083-ab9a-0b31e6a2c151" providerId="AD"/>
  <p188:author id="{1B068E48-7B40-9FE1-7C17-BC0E20B76CF3}" name="Ann Reilly" initials="" userId="S::annreill1@publicisgroupe.net::4208c721-8343-4423-9584-feac4fa1c90e" providerId="AD"/>
  <p188:author id="{22DA3150-FC2F-6840-C44B-5C47C7D06544}" name="Katriona Connolly" initials="KC" userId="S::katconno1@publicisgroupe.net::cda9a14c-2406-4211-a225-9080dd5d5889" providerId="AD"/>
  <p188:author id="{9C075150-E460-5BDD-348C-A7E51BC71299}" name="Greg Georgiades" initials="GG" userId="S::gregeorg1@publicisgroupe.net::1c9e5364-dceb-4bd6-8ca5-9495cb221405" providerId="AD"/>
  <p188:author id="{CF077563-7F92-BD45-0527-CB3EACFD81C2}" name="Gladys Jeffrey" initials="GJ" userId="S::glamania@publicisgroupe.net::d3f9217a-2e16-405e-9057-b7ac6a81b121" providerId="AD"/>
  <p188:author id="{65DD466B-239F-0D34-7965-B6A45ED7207E}" name="Kristina von Gerichten" initials="KvG" userId="S::krivonge@publicisgroupe.net::f1bb0e50-3198-4c71-aa8a-8d341f549298" providerId="AD"/>
  <p188:author id="{81AA2185-3D1A-0629-4A13-8CF24244940E}" name="Delarnee Goh" initials="DG" userId="S::dgoh@publicisgroupe.net::f824d95a-88c8-4f1e-8cd8-8e2d5aa07f40" providerId="AD"/>
  <p188:author id="{6ADE5489-B298-0595-CD61-3CE1080971EC}" name="Adriana Matyaskova" initials="AM" userId="S::adrmatya@publicisgroupe.net::667996bb-934f-4659-a39a-e955162189cd" providerId="AD"/>
  <p188:author id="{5A09238A-C647-7445-4167-297E8763D4C8}" name="Navaneeta Das Skinner" initials="NS" userId="S::navdas@publicisgroupe.net::c299b7e9-41c3-49df-b05a-a8969e3f6e45" providerId="AD"/>
  <p188:author id="{2ACE27A4-0C75-D1A3-5AF1-3731BE0F1222}" name="Michelle Hobbs" initials="MH" userId="S::michobbs@publicisgroupe.net::3696f1c2-57f9-4406-bfc0-f98d84e2d3a3" providerId="AD"/>
  <p188:author id="{245B33AA-D64F-5747-3E5D-529F966911D7}" name="Chris Brown" initials="CB" userId="S::chrbrown13@publicisgroupe.net::ee87e80a-cebe-4673-af41-b209e8f65e72" providerId="AD"/>
  <p188:author id="{463177B1-09A3-1BE2-D2C4-2DF305625EFB}" name="Chris Potter" initials="CP" userId="S::chrpotte1@publicisgroupe.net::ce9226ad-c9c9-45d4-a021-7b367763cb5a" providerId="AD"/>
  <p188:author id="{7613E5C4-8171-12FA-7055-49892EFD7F0F}" name="Warren Griffiths" initials="WG" userId="S::wgriffit@publicisgroupe.net::12191609-1805-477e-8ac8-b46761c68526" providerId="AD"/>
  <p188:author id="{42707BE8-D62C-E807-8FA7-8D1D49D0C577}" name="Lee McEwan" initials="" userId="S::leemcewa@publicisgroupe.net::7fcf2eda-5c31-498d-90b1-3a019c3d7a82" providerId="AD"/>
  <p188:author id="{E6F218ED-8C37-E46C-A84E-8E3ECC1B9731}" name="Bella" initials="BH" userId="Bella" providerId="None"/>
  <p188:author id="{6CC19FEF-9F7F-4CFB-317F-E476829297DB}" name="Atul Amist" initials="" userId="S::atuamist@publicisgroupe.net::8eb173af-90dc-49e0-9670-a115dc8d6df9" providerId="AD"/>
  <p188:author id="{4293C7FA-95AD-20E9-34F6-17ADA9DEE895}" name="Claire Molyneux" initials="CM" userId="S::clamolyn@publicisgroupe.net::c4103db4-4832-43c0-83c7-578ae3bd4f3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nis May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F00"/>
    <a:srgbClr val="71D48D"/>
    <a:srgbClr val="FDF2B7"/>
    <a:srgbClr val="B0D3FF"/>
    <a:srgbClr val="FF29FF"/>
    <a:srgbClr val="FFCC99"/>
    <a:srgbClr val="FF5050"/>
    <a:srgbClr val="30EA03"/>
    <a:srgbClr val="000000"/>
    <a:srgbClr val="E7E7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C688B7-40BF-4FEA-8892-B9001A35CC67}" v="7" dt="2025-05-07T13:03:32.73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71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152" y="304"/>
      </p:cViewPr>
      <p:guideLst>
        <p:guide pos="181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4008" y="92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Relationship Id="rId14" Type="http://schemas.microsoft.com/office/2018/10/relationships/authors" Target="authors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6.xml"/><Relationship Id="rId60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Relationship Id="rId65" Type="http://schemas.openxmlformats.org/officeDocument/2006/relationships/slide" Target="slides/slide52.xml"/><Relationship Id="rId66" Type="http://schemas.openxmlformats.org/officeDocument/2006/relationships/slide" Target="slides/slide53.xml"/><Relationship Id="rId67" Type="http://schemas.openxmlformats.org/officeDocument/2006/relationships/slide" Target="slides/slide54.xml"/><Relationship Id="rId68" Type="http://schemas.openxmlformats.org/officeDocument/2006/relationships/slide" Target="slides/slide55.xml"/><Relationship Id="rId69" Type="http://schemas.openxmlformats.org/officeDocument/2006/relationships/slide" Target="slides/slide56.xml"/><Relationship Id="rId70" Type="http://schemas.openxmlformats.org/officeDocument/2006/relationships/slide" Target="slides/slide57.xml"/><Relationship Id="rId71" Type="http://schemas.openxmlformats.org/officeDocument/2006/relationships/slide" Target="slides/slide58.xml"/><Relationship Id="rId72" Type="http://schemas.openxmlformats.org/officeDocument/2006/relationships/slide" Target="slides/slide59.xml"/><Relationship Id="rId73" Type="http://schemas.openxmlformats.org/officeDocument/2006/relationships/slide" Target="slides/slide60.xml"/><Relationship Id="rId74" Type="http://schemas.openxmlformats.org/officeDocument/2006/relationships/slide" Target="slides/slide61.xml"/><Relationship Id="rId75" Type="http://schemas.openxmlformats.org/officeDocument/2006/relationships/slide" Target="slides/slide62.xml"/><Relationship Id="rId76" Type="http://schemas.openxmlformats.org/officeDocument/2006/relationships/slide" Target="slides/slide63.xml"/><Relationship Id="rId77" Type="http://schemas.openxmlformats.org/officeDocument/2006/relationships/slide" Target="slides/slide64.xml"/><Relationship Id="rId78" Type="http://schemas.openxmlformats.org/officeDocument/2006/relationships/slide" Target="slides/slide65.xml"/><Relationship Id="rId79" Type="http://schemas.openxmlformats.org/officeDocument/2006/relationships/slide" Target="slides/slide66.xml"/><Relationship Id="rId80" Type="http://schemas.openxmlformats.org/officeDocument/2006/relationships/slide" Target="slides/slide67.xml"/><Relationship Id="rId81" Type="http://schemas.openxmlformats.org/officeDocument/2006/relationships/slide" Target="slides/slide68.xml"/><Relationship Id="rId82" Type="http://schemas.openxmlformats.org/officeDocument/2006/relationships/slide" Target="slides/slide69.xml"/><Relationship Id="rId83" Type="http://schemas.openxmlformats.org/officeDocument/2006/relationships/slide" Target="slides/slide70.xml"/><Relationship Id="rId84" Type="http://schemas.openxmlformats.org/officeDocument/2006/relationships/slide" Target="slides/slide71.xml"/><Relationship Id="rId85" Type="http://schemas.openxmlformats.org/officeDocument/2006/relationships/slide" Target="slides/slide72.xml"/><Relationship Id="rId86" Type="http://schemas.openxmlformats.org/officeDocument/2006/relationships/slide" Target="slides/slide73.xml"/><Relationship Id="rId87" Type="http://schemas.openxmlformats.org/officeDocument/2006/relationships/slide" Target="slides/slide74.xml"/><Relationship Id="rId88" Type="http://schemas.openxmlformats.org/officeDocument/2006/relationships/slide" Target="slides/slide75.xml"/><Relationship Id="rId89" Type="http://schemas.openxmlformats.org/officeDocument/2006/relationships/slide" Target="slides/slide76.xml"/><Relationship Id="rId90" Type="http://schemas.openxmlformats.org/officeDocument/2006/relationships/slide" Target="slides/slide77.xml"/><Relationship Id="rId91" Type="http://schemas.openxmlformats.org/officeDocument/2006/relationships/slide" Target="slides/slide78.xml"/><Relationship Id="rId92" Type="http://schemas.openxmlformats.org/officeDocument/2006/relationships/slide" Target="slides/slide79.xml"/><Relationship Id="rId93" Type="http://schemas.openxmlformats.org/officeDocument/2006/relationships/slide" Target="slides/slide80.xml"/><Relationship Id="rId94" Type="http://schemas.openxmlformats.org/officeDocument/2006/relationships/slide" Target="slides/slide81.xml"/><Relationship Id="rId95" Type="http://schemas.openxmlformats.org/officeDocument/2006/relationships/slide" Target="slides/slide82.xml"/><Relationship Id="rId96" Type="http://schemas.openxmlformats.org/officeDocument/2006/relationships/slide" Target="slides/slide83.xml"/><Relationship Id="rId97" Type="http://schemas.openxmlformats.org/officeDocument/2006/relationships/slide" Target="slides/slide84.xml"/><Relationship Id="rId98" Type="http://schemas.openxmlformats.org/officeDocument/2006/relationships/slide" Target="slides/slide85.xml"/><Relationship Id="rId99" Type="http://schemas.openxmlformats.org/officeDocument/2006/relationships/slide" Target="slides/slide86.xml"/><Relationship Id="rId100" Type="http://schemas.openxmlformats.org/officeDocument/2006/relationships/slide" Target="slides/slide87.xml"/><Relationship Id="rId101" Type="http://schemas.openxmlformats.org/officeDocument/2006/relationships/slide" Target="slides/slide88.xml"/><Relationship Id="rId102" Type="http://schemas.openxmlformats.org/officeDocument/2006/relationships/slide" Target="slides/slide89.xml"/><Relationship Id="rId103" Type="http://schemas.openxmlformats.org/officeDocument/2006/relationships/slide" Target="slides/slide90.xml"/><Relationship Id="rId104" Type="http://schemas.openxmlformats.org/officeDocument/2006/relationships/slide" Target="slides/slide91.xml"/><Relationship Id="rId105" Type="http://schemas.openxmlformats.org/officeDocument/2006/relationships/slide" Target="slides/slide92.xml"/><Relationship Id="rId106" Type="http://schemas.openxmlformats.org/officeDocument/2006/relationships/slide" Target="slides/slide9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4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5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6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7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8.xlsx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9.xlsx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0.xlsx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1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2.xlsx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3.xlsx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4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5.xlsx"/></Relationships>
</file>

<file path=ppt/charts/_rels/chart4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6.xlsx"/></Relationships>
</file>

<file path=ppt/charts/_rels/chart5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7.xlsx"/></Relationships>
</file>

<file path=ppt/charts/_rels/chart5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8.xlsx"/></Relationships>
</file>

<file path=ppt/charts/_rels/chart5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9.xlsx"/></Relationships>
</file>

<file path=ppt/charts/_rels/chart5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0.xlsx"/></Relationships>
</file>

<file path=ppt/charts/_rels/chart5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1.xlsx"/></Relationships>
</file>

<file path=ppt/charts/_rels/chart5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2.xlsx"/></Relationships>
</file>

<file path=ppt/charts/_rels/chart5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3.xlsx"/></Relationships>
</file>

<file path=ppt/charts/_rels/chart5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4.xlsx"/></Relationships>
</file>

<file path=ppt/charts/_rels/chart5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5.xlsx"/></Relationships>
</file>

<file path=ppt/charts/_rels/chart5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6.xlsx"/></Relationships>
</file>

<file path=ppt/charts/_rels/chart6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7.xlsx"/></Relationships>
</file>

<file path=ppt/charts/_rels/chart6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8.xlsx"/></Relationships>
</file>

<file path=ppt/charts/_rels/chart6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9.xlsx"/></Relationships>
</file>

<file path=ppt/charts/_rels/chart6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0.xlsx"/></Relationships>
</file>

<file path=ppt/charts/_rels/chart6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1.xlsx"/></Relationships>
</file>

<file path=ppt/charts/_rels/chart6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2.xlsx"/></Relationships>
</file>

<file path=ppt/charts/_rels/chart6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3.xlsx"/></Relationships>
</file>

<file path=ppt/charts/_rels/chart6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4.xlsx"/></Relationships>
</file>

<file path=ppt/charts/_rels/chart6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5.xlsx"/></Relationships>
</file>

<file path=ppt/charts/_rels/chart6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6.xlsx"/></Relationships>
</file>

<file path=ppt/charts/_rels/chart7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7.xlsx"/></Relationships>
</file>

<file path=ppt/charts/_rels/chart7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8.xlsx"/></Relationships>
</file>

<file path=ppt/charts/_rels/chart7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9.xlsx"/></Relationships>
</file>

<file path=ppt/charts/_rels/chart7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0.xlsx"/></Relationships>
</file>

<file path=ppt/charts/_rels/chart7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1.xlsx"/></Relationships>
</file>

<file path=ppt/charts/_rels/chart7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2.xlsx"/></Relationships>
</file>

<file path=ppt/charts/_rels/chart7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3.xlsx"/></Relationships>
</file>

<file path=ppt/charts/_rels/chart7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4.xlsx"/></Relationships>
</file>

<file path=ppt/charts/_rels/chart7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5.xlsx"/></Relationships>
</file>

<file path=ppt/charts/_rels/chart7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6.xlsx"/></Relationships>
</file>

<file path=ppt/charts/_rels/chart8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7.xlsx"/></Relationships>
</file>

<file path=ppt/charts/_rels/chart8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8.xlsx"/></Relationships>
</file>

<file path=ppt/charts/_rels/chart8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9.xlsx"/></Relationships>
</file>

<file path=ppt/charts/_rels/chart8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0.xlsx"/></Relationships>
</file>

<file path=ppt/charts/_rels/chart8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1.xlsx"/></Relationships>
</file>

<file path=ppt/charts/_rels/chart8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2.xlsx"/></Relationships>
</file>

<file path=ppt/charts/_rels/chart8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3.xlsx"/></Relationships>
</file>

<file path=ppt/charts/_rels/chart8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4.xlsx"/></Relationships>
</file>

<file path=ppt/charts/_rels/chart8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5.xlsx"/></Relationships>
</file>

<file path=ppt/charts/_rels/chart8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6.xlsx"/></Relationships>
</file>

<file path=ppt/charts/_rels/chart9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7.xlsx"/></Relationships>
</file>

<file path=ppt/charts/_rels/chart9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8.xlsx"/></Relationships>
</file>

<file path=ppt/charts/_rels/chart9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9.xlsx"/></Relationships>
</file>

<file path=ppt/charts/_rels/chart9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0.xlsx"/></Relationships>
</file>

<file path=ppt/charts/_rels/chart9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1.xlsx"/></Relationships>
</file>

<file path=ppt/charts/_rels/chart9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2.xlsx"/></Relationships>
</file>

<file path=ppt/charts/_rels/chart9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3.xlsx"/></Relationships>
</file>

<file path=ppt/charts/_rels/chart9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4.xlsx"/></Relationships>
</file>

<file path=ppt/charts/_rels/chart9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5.xlsx"/></Relationships>
</file>

<file path=ppt/charts/_rels/chart9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6.xlsx"/></Relationships>
</file>

<file path=ppt/charts/_rels/chart10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7.xlsx"/></Relationships>
</file>

<file path=ppt/charts/_rels/chart10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8.xlsx"/></Relationships>
</file>

<file path=ppt/charts/_rels/chart10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9.xlsx"/></Relationships>
</file>

<file path=ppt/charts/_rels/chart10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0.xlsx"/></Relationships>
</file>

<file path=ppt/charts/_rels/chart10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1.xlsx"/></Relationships>
</file>

<file path=ppt/charts/_rels/chart10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2.xlsx"/></Relationships>
</file>

<file path=ppt/charts/_rels/chart10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3.xlsx"/></Relationships>
</file>

<file path=ppt/charts/_rels/chart10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4.xlsx"/></Relationships>
</file>

<file path=ppt/charts/_rels/chart10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5.xlsx"/></Relationships>
</file>

<file path=ppt/charts/_rels/chart10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6.xlsx"/></Relationships>
</file>

<file path=ppt/charts/_rels/chart1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7.xlsx"/></Relationships>
</file>

<file path=ppt/charts/_rels/chart1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8.xlsx"/></Relationships>
</file>

<file path=ppt/charts/_rels/chart1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9.xlsx"/></Relationships>
</file>

<file path=ppt/charts/_rels/chart1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0.xlsx"/></Relationships>
</file>

<file path=ppt/charts/_rels/chart1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1.xlsx"/></Relationships>
</file>

<file path=ppt/charts/_rels/chart1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2.xlsx"/></Relationships>
</file>

<file path=ppt/charts/_rels/chart1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3.xlsx"/></Relationships>
</file>

<file path=ppt/charts/_rels/chart1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4.xlsx"/></Relationships>
</file>

<file path=ppt/charts/_rels/chart1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5.xlsx"/></Relationships>
</file>

<file path=ppt/charts/_rels/chart1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6.xlsx"/></Relationships>
</file>

<file path=ppt/charts/_rels/chart1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7.xlsx"/></Relationships>
</file>

<file path=ppt/charts/_rels/chart1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8.xlsx"/></Relationships>
</file>

<file path=ppt/charts/_rels/chart1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9.xlsx"/></Relationships>
</file>

<file path=ppt/charts/_rels/chart1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0.xlsx"/></Relationships>
</file>

<file path=ppt/charts/_rels/chart1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1.xlsx"/></Relationships>
</file>

<file path=ppt/charts/_rels/chart1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2.xlsx"/></Relationships>
</file>

<file path=ppt/charts/_rels/chart1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3.xlsx"/></Relationships>
</file>

<file path=ppt/charts/_rels/chart1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4.xlsx"/></Relationships>
</file>

<file path=ppt/charts/_rels/chart1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5.xlsx"/></Relationships>
</file>

<file path=ppt/charts/_rels/chart1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6.xlsx"/></Relationships>
</file>

<file path=ppt/charts/_rels/chart1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7.xlsx"/></Relationships>
</file>

<file path=ppt/charts/_rels/chart1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8.xlsx"/></Relationships>
</file>

<file path=ppt/charts/_rels/chart1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9.xlsx"/></Relationships>
</file>

<file path=ppt/charts/_rels/chart1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0.xlsx"/></Relationships>
</file>

<file path=ppt/charts/_rels/chart1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1.xlsx"/></Relationships>
</file>

<file path=ppt/charts/_rels/chart1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2.xlsx"/></Relationships>
</file>

<file path=ppt/charts/_rels/chart1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3.xlsx"/></Relationships>
</file>

<file path=ppt/charts/_rels/chart1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4.xlsx"/></Relationships>
</file>

<file path=ppt/charts/_rels/chart1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5.xlsx"/></Relationships>
</file>

<file path=ppt/charts/_rels/chart1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6.xlsx"/></Relationships>
</file>

<file path=ppt/charts/_rels/chart1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7.xlsx"/></Relationships>
</file>

<file path=ppt/charts/_rels/chart1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8.xlsx"/></Relationships>
</file>

<file path=ppt/charts/_rels/chart1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9.xlsx"/></Relationships>
</file>

<file path=ppt/charts/_rels/chart1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0.xlsx"/></Relationships>
</file>

<file path=ppt/charts/_rels/chart1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1.xlsx"/></Relationships>
</file>

<file path=ppt/charts/_rels/chart1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2.xlsx"/></Relationships>
</file>

<file path=ppt/charts/_rels/chart1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3.xlsx"/></Relationships>
</file>

<file path=ppt/charts/_rels/chart1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4.xlsx"/></Relationships>
</file>

<file path=ppt/charts/_rels/chart1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5.xlsx"/></Relationships>
</file>

<file path=ppt/charts/_rels/chart14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6.xlsx"/></Relationships>
</file>

<file path=ppt/charts/_rels/chart15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7.xlsx"/></Relationships>
</file>

<file path=ppt/charts/_rels/chart15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8.xlsx"/></Relationships>
</file>

<file path=ppt/charts/_rels/chart15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9.xlsx"/></Relationships>
</file>

<file path=ppt/charts/_rels/chart15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0.xlsx"/></Relationships>
</file>

<file path=ppt/charts/_rels/chart15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1.xlsx"/></Relationships>
</file>

<file path=ppt/charts/_rels/chart15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2.xlsx"/></Relationships>
</file>

<file path=ppt/charts/_rels/chart15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3.xlsx"/></Relationships>
</file>

<file path=ppt/charts/_rels/chart15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4.xlsx"/></Relationships>
</file>

<file path=ppt/charts/_rels/chart15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5.xlsx"/></Relationships>
</file>

<file path=ppt/charts/_rels/chart15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6.xlsx"/></Relationships>
</file>

<file path=ppt/charts/_rels/chart16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7.xlsx"/></Relationships>
</file>

<file path=ppt/charts/_rels/chart16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8.xlsx"/></Relationships>
</file>

<file path=ppt/charts/_rels/chart16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9.xlsx"/></Relationships>
</file>

<file path=ppt/charts/_rels/chart16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0.xlsx"/></Relationships>
</file>

<file path=ppt/charts/_rels/chart16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1.xlsx"/></Relationships>
</file>

<file path=ppt/charts/_rels/chart16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2.xlsx"/></Relationships>
</file>

<file path=ppt/charts/_rels/chart16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3.xlsx"/></Relationships>
</file>

<file path=ppt/charts/_rels/chart16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4.xlsx"/></Relationships>
</file>

<file path=ppt/charts/_rels/chart16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5.xlsx"/></Relationships>
</file>

<file path=ppt/charts/_rels/chart16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6.xlsx"/></Relationships>
</file>

<file path=ppt/charts/_rels/chart17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7.xlsx"/></Relationships>
</file>

<file path=ppt/charts/_rels/chart17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8.xlsx"/></Relationships>
</file>

<file path=ppt/charts/_rels/chart17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9.xlsx"/></Relationships>
</file>

<file path=ppt/charts/_rels/chart17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0.xlsx"/></Relationships>
</file>

<file path=ppt/charts/_rels/chart17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1.xlsx"/></Relationships>
</file>

<file path=ppt/charts/_rels/chart17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2.xlsx"/></Relationships>
</file>

<file path=ppt/charts/_rels/chart17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3.xlsx"/></Relationships>
</file>

<file path=ppt/charts/_rels/chart17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4.xlsx"/></Relationships>
</file>

<file path=ppt/charts/_rels/chart17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5.xlsx"/></Relationships>
</file>

<file path=ppt/charts/_rels/chart17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6.xlsx"/></Relationships>
</file>

<file path=ppt/charts/_rels/chart18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7.xlsx"/></Relationships>
</file>

<file path=ppt/charts/_rels/chart18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8.xlsx"/></Relationships>
</file>

<file path=ppt/charts/_rels/chart18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9.xlsx"/></Relationships>
</file>

<file path=ppt/charts/_rels/chart18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0.xlsx"/></Relationships>
</file>

<file path=ppt/charts/_rels/chart18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1.xlsx"/></Relationships>
</file>

<file path=ppt/charts/_rels/chart18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2.xlsx"/></Relationships>
</file>

<file path=ppt/charts/_rels/chart18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3.xlsx"/></Relationships>
</file>

<file path=ppt/charts/_rels/chart18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4.xlsx"/></Relationships>
</file>

<file path=ppt/charts/_rels/chart18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5.xlsx"/></Relationships>
</file>

<file path=ppt/charts/_rels/chart18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6.xlsx"/></Relationships>
</file>

<file path=ppt/charts/_rels/chart19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7.xlsx"/></Relationships>
</file>

<file path=ppt/charts/_rels/chart19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8.xlsx"/></Relationships>
</file>

<file path=ppt/charts/_rels/chart19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9.xlsx"/></Relationships>
</file>

<file path=ppt/charts/_rels/chart19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0.xlsx"/></Relationships>
</file>

<file path=ppt/charts/_rels/chart19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1.xlsx"/></Relationships>
</file>

<file path=ppt/charts/_rels/chart19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2.xlsx"/></Relationships>
</file>

<file path=ppt/charts/_rels/chart19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3.xlsx"/></Relationships>
</file>

<file path=ppt/charts/_rels/chart19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4.xlsx"/></Relationships>
</file>

<file path=ppt/charts/_rels/chart19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5.xlsx"/></Relationships>
</file>

<file path=ppt/charts/_rels/chart19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6.xlsx"/></Relationships>
</file>

<file path=ppt/charts/_rels/chart20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7.xlsx"/></Relationships>
</file>

<file path=ppt/charts/_rels/chart20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8.xlsx"/></Relationships>
</file>

<file path=ppt/charts/_rels/chart20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9.xlsx"/></Relationships>
</file>

<file path=ppt/charts/_rels/chart20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0.xlsx"/></Relationships>
</file>

<file path=ppt/charts/_rels/chart20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1.xlsx"/></Relationships>
</file>

<file path=ppt/charts/_rels/chart20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2.xlsx"/></Relationships>
</file>

<file path=ppt/charts/_rels/chart20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3.xlsx"/></Relationships>
</file>

<file path=ppt/charts/_rels/chart20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4.xlsx"/></Relationships>
</file>

<file path=ppt/charts/_rels/chart20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5.xlsx"/></Relationships>
</file>

<file path=ppt/charts/_rels/chart20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6.xlsx"/></Relationships>
</file>

<file path=ppt/charts/_rels/chart2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7.xlsx"/></Relationships>
</file>

<file path=ppt/charts/_rels/chart2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8.xlsx"/></Relationships>
</file>

<file path=ppt/charts/_rels/chart2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9.xlsx"/></Relationships>
</file>

<file path=ppt/charts/_rels/chart2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0.xlsx"/></Relationships>
</file>

<file path=ppt/charts/_rels/chart2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1.xlsx"/></Relationships>
</file>

<file path=ppt/charts/_rels/chart2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2.xlsx"/></Relationships>
</file>

<file path=ppt/charts/_rels/chart2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3.xlsx"/></Relationships>
</file>

<file path=ppt/charts/_rels/chart2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4.xlsx"/></Relationships>
</file>

<file path=ppt/charts/_rels/chart2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5.xlsx"/></Relationships>
</file>

<file path=ppt/charts/_rels/chart2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6.xlsx"/></Relationships>
</file>

<file path=ppt/charts/_rels/chart2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7.xlsx"/></Relationships>
</file>

<file path=ppt/charts/_rels/chart2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8.xlsx"/></Relationships>
</file>

<file path=ppt/charts/_rels/chart2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9.xlsx"/></Relationships>
</file>

<file path=ppt/charts/_rels/chart2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0.xlsx"/></Relationships>
</file>

<file path=ppt/charts/_rels/chart2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1.xlsx"/></Relationships>
</file>

<file path=ppt/charts/_rels/chart2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2.xlsx"/></Relationships>
</file>

<file path=ppt/charts/_rels/chart2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3.xlsx"/></Relationships>
</file>

<file path=ppt/charts/_rels/chart2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4.xlsx"/></Relationships>
</file>

<file path=ppt/charts/_rels/chart2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5.xlsx"/></Relationships>
</file>

<file path=ppt/charts/_rels/chart2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6.xlsx"/></Relationships>
</file>

<file path=ppt/charts/_rels/chart2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7.xlsx"/></Relationships>
</file>

<file path=ppt/charts/_rels/chart2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8.xlsx"/></Relationships>
</file>

<file path=ppt/charts/_rels/chart2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9.xlsx"/></Relationships>
</file>

<file path=ppt/charts/_rels/chart2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0.xlsx"/></Relationships>
</file>

<file path=ppt/charts/_rels/chart2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1.xlsx"/></Relationships>
</file>

<file path=ppt/charts/_rels/chart2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2.xlsx"/></Relationships>
</file>

<file path=ppt/charts/_rels/chart2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3.xlsx"/></Relationships>
</file>

<file path=ppt/charts/_rels/chart2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4.xlsx"/></Relationships>
</file>

<file path=ppt/charts/_rels/chart2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5.xlsx"/></Relationships>
</file>

<file path=ppt/charts/_rels/chart2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6.xlsx"/></Relationships>
</file>

<file path=ppt/charts/_rels/chart2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7.xlsx"/></Relationships>
</file>

<file path=ppt/charts/_rels/chart2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8.xlsx"/></Relationships>
</file>

<file path=ppt/charts/_rels/chart2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9.xlsx"/></Relationships>
</file>

<file path=ppt/charts/_rels/chart2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0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Awareness</c:v>
                </c:pt>
                <c:pt idx="1">
                  <c:v>Consideration</c:v>
                </c:pt>
                <c:pt idx="2">
                  <c:v>Purchase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3832029.587484637</c:v>
                </c:pt>
                <c:pt idx="1">
                  <c:v>449752.0425551089</c:v>
                </c:pt>
                <c:pt idx="2">
                  <c:v>168913.357520088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Pt>
            <c:idx val="3"/>
            <c:spPr>
              <a:solidFill>
                <a:srgbClr val="B0D3FF"/>
              </a:solidFill>
            </c:spPr>
          </c:dPt>
          <c:dPt>
            <c:idx val="4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CINEMA</c:v>
                </c:pt>
                <c:pt idx="1">
                  <c:v>Digital</c:v>
                </c:pt>
                <c:pt idx="2">
                  <c:v>OOH</c:v>
                </c:pt>
                <c:pt idx="3">
                  <c:v>OTHER</c:v>
                </c:pt>
                <c:pt idx="4">
                  <c:v>Television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43855.2</c:v>
                </c:pt>
                <c:pt idx="1">
                  <c:v>1914445.0675598336</c:v>
                </c:pt>
                <c:pt idx="2">
                  <c:v>746440.0</c:v>
                </c:pt>
                <c:pt idx="3">
                  <c:v>37200.0</c:v>
                </c:pt>
                <c:pt idx="4">
                  <c:v>1708754.72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Brand</c:v>
                </c:pt>
                <c:pt idx="1">
                  <c:v>Always On</c:v>
                </c:pt>
                <c:pt idx="2">
                  <c:v>Product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2850603.863454131</c:v>
                </c:pt>
                <c:pt idx="1">
                  <c:v>71183.60410570275</c:v>
                </c:pt>
                <c:pt idx="2">
                  <c:v>1528907.52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Awareness</c:v>
                </c:pt>
                <c:pt idx="1">
                  <c:v>Consideration</c:v>
                </c:pt>
                <c:pt idx="2">
                  <c:v>Purchase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3832029.587484637</c:v>
                </c:pt>
                <c:pt idx="1">
                  <c:v>449752.0425551089</c:v>
                </c:pt>
                <c:pt idx="2">
                  <c:v>168913.357520088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Pt>
            <c:idx val="3"/>
            <c:spPr>
              <a:solidFill>
                <a:srgbClr val="B0D3FF"/>
              </a:solidFill>
            </c:spPr>
          </c:dPt>
          <c:dPt>
            <c:idx val="4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CINEMA</c:v>
                </c:pt>
                <c:pt idx="1">
                  <c:v>Digital</c:v>
                </c:pt>
                <c:pt idx="2">
                  <c:v>OOH</c:v>
                </c:pt>
                <c:pt idx="3">
                  <c:v>OTHER</c:v>
                </c:pt>
                <c:pt idx="4">
                  <c:v>Television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43855.2</c:v>
                </c:pt>
                <c:pt idx="1">
                  <c:v>1914445.0675598336</c:v>
                </c:pt>
                <c:pt idx="2">
                  <c:v>746440.0</c:v>
                </c:pt>
                <c:pt idx="3">
                  <c:v>37200.0</c:v>
                </c:pt>
                <c:pt idx="4">
                  <c:v>1708754.72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Brand</c:v>
                </c:pt>
                <c:pt idx="1">
                  <c:v>Always On</c:v>
                </c:pt>
                <c:pt idx="2">
                  <c:v>Product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2850603.863454131</c:v>
                </c:pt>
                <c:pt idx="1">
                  <c:v>71183.60410570275</c:v>
                </c:pt>
                <c:pt idx="2">
                  <c:v>1528907.52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Awareness</c:v>
                </c:pt>
                <c:pt idx="1">
                  <c:v>Consideration</c:v>
                </c:pt>
                <c:pt idx="2">
                  <c:v>Purchase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3832029.587484637</c:v>
                </c:pt>
                <c:pt idx="1">
                  <c:v>449752.0425551089</c:v>
                </c:pt>
                <c:pt idx="2">
                  <c:v>168913.357520088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Pt>
            <c:idx val="3"/>
            <c:spPr>
              <a:solidFill>
                <a:srgbClr val="B0D3FF"/>
              </a:solidFill>
            </c:spPr>
          </c:dPt>
          <c:dPt>
            <c:idx val="4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CINEMA</c:v>
                </c:pt>
                <c:pt idx="1">
                  <c:v>Digital</c:v>
                </c:pt>
                <c:pt idx="2">
                  <c:v>OOH</c:v>
                </c:pt>
                <c:pt idx="3">
                  <c:v>OTHER</c:v>
                </c:pt>
                <c:pt idx="4">
                  <c:v>Television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43855.2</c:v>
                </c:pt>
                <c:pt idx="1">
                  <c:v>1914445.0675598336</c:v>
                </c:pt>
                <c:pt idx="2">
                  <c:v>746440.0</c:v>
                </c:pt>
                <c:pt idx="3">
                  <c:v>37200.0</c:v>
                </c:pt>
                <c:pt idx="4">
                  <c:v>1708754.72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Brand</c:v>
                </c:pt>
                <c:pt idx="1">
                  <c:v>Always On</c:v>
                </c:pt>
                <c:pt idx="2">
                  <c:v>Product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2850603.863454131</c:v>
                </c:pt>
                <c:pt idx="1">
                  <c:v>71183.60410570275</c:v>
                </c:pt>
                <c:pt idx="2">
                  <c:v>1528907.52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Awareness</c:v>
                </c:pt>
                <c:pt idx="1">
                  <c:v>Consideration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2368022.3102313047</c:v>
                </c:pt>
                <c:pt idx="1">
                  <c:v>184131.58768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Digital</c:v>
                </c:pt>
                <c:pt idx="1">
                  <c:v>OTHER</c:v>
                </c:pt>
                <c:pt idx="2">
                  <c:v>Television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1310738.9939113047</c:v>
                </c:pt>
                <c:pt idx="1">
                  <c:v>45110.399999999994</c:v>
                </c:pt>
                <c:pt idx="2">
                  <c:v>1196304.5040000002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FBF00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Product</c:v>
                </c:pt>
                <c:pt idx="1">
                  <c:v>Brand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1642316.5939113046</c:v>
                </c:pt>
                <c:pt idx="1">
                  <c:v>909837.3040000001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Awareness</c:v>
                </c:pt>
                <c:pt idx="1">
                  <c:v>Consideration</c:v>
                </c:pt>
                <c:pt idx="2">
                  <c:v>Purchase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1475070.5476307748</c:v>
                </c:pt>
                <c:pt idx="1">
                  <c:v>114455.55853067827</c:v>
                </c:pt>
                <c:pt idx="2">
                  <c:v>379903.5309233778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CINEMA</c:v>
                </c:pt>
                <c:pt idx="1">
                  <c:v>Digital</c:v>
                </c:pt>
                <c:pt idx="2">
                  <c:v>Television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43855.2</c:v>
                </c:pt>
                <c:pt idx="1">
                  <c:v>1098744.8370848307</c:v>
                </c:pt>
                <c:pt idx="2">
                  <c:v>826829.5999999999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FBF00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Product</c:v>
                </c:pt>
                <c:pt idx="1">
                  <c:v>Brand</c:v>
                </c:pt>
                <c:pt idx="2">
                  <c:v>Always 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612359.7910247408</c:v>
                </c:pt>
                <c:pt idx="1">
                  <c:v>1331945.1675294118</c:v>
                </c:pt>
                <c:pt idx="2">
                  <c:v>25124.678530678288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Awareness</c:v>
                </c:pt>
                <c:pt idx="1">
                  <c:v>Consideration</c:v>
                </c:pt>
                <c:pt idx="2">
                  <c:v>Purchase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1475070.5476307748</c:v>
                </c:pt>
                <c:pt idx="1">
                  <c:v>114455.55853067827</c:v>
                </c:pt>
                <c:pt idx="2">
                  <c:v>379903.5309233778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CINEMA</c:v>
                </c:pt>
                <c:pt idx="1">
                  <c:v>Digital</c:v>
                </c:pt>
                <c:pt idx="2">
                  <c:v>Television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43855.2</c:v>
                </c:pt>
                <c:pt idx="1">
                  <c:v>1098744.8370848307</c:v>
                </c:pt>
                <c:pt idx="2">
                  <c:v>826829.5999999999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FBF00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Product</c:v>
                </c:pt>
                <c:pt idx="1">
                  <c:v>Brand</c:v>
                </c:pt>
                <c:pt idx="2">
                  <c:v>Always 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612359.7910247408</c:v>
                </c:pt>
                <c:pt idx="1">
                  <c:v>1331945.1675294118</c:v>
                </c:pt>
                <c:pt idx="2">
                  <c:v>25124.678530678288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000000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Consideration</c:v>
                </c:pt>
                <c:pt idx="1">
                  <c:v>Awareness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248962.72680337552</c:v>
                </c:pt>
                <c:pt idx="1">
                  <c:v>1573723.3702496774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Pt>
            <c:idx val="3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Digital</c:v>
                </c:pt>
                <c:pt idx="1">
                  <c:v>OOH</c:v>
                </c:pt>
                <c:pt idx="2">
                  <c:v>OTHER</c:v>
                </c:pt>
                <c:pt idx="3">
                  <c:v>Television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578392.017053053</c:v>
                </c:pt>
                <c:pt idx="1">
                  <c:v>370169.6</c:v>
                </c:pt>
                <c:pt idx="2">
                  <c:v>102200.0</c:v>
                </c:pt>
                <c:pt idx="3">
                  <c:v>771924.48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Always On</c:v>
                </c:pt>
                <c:pt idx="1">
                  <c:v>Brand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5359.2316145755185</c:v>
                </c:pt>
                <c:pt idx="1">
                  <c:v>1817326.8654384774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Awareness</c:v>
                </c:pt>
                <c:pt idx="1">
                  <c:v>Consideration</c:v>
                </c:pt>
                <c:pt idx="2">
                  <c:v>Purchase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481376.57301200007</c:v>
                </c:pt>
                <c:pt idx="1">
                  <c:v>177421.77632038353</c:v>
                </c:pt>
                <c:pt idx="2">
                  <c:v>5983.561643835616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Digital</c:v>
                </c:pt>
                <c:pt idx="1">
                  <c:v>Television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268225.1109762192</c:v>
                </c:pt>
                <c:pt idx="1">
                  <c:v>396556.80000000005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FBF00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Product</c:v>
                </c:pt>
                <c:pt idx="1">
                  <c:v>Brand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268225.1109762192</c:v>
                </c:pt>
                <c:pt idx="1">
                  <c:v>396556.80000000005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Awareness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231130.2096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Digital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231130.2096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Brand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231130.2096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Awareness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68118.82419672131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Digital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68118.82419672131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Product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68118.82419672131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000000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Consideration</c:v>
                </c:pt>
                <c:pt idx="1">
                  <c:v>Awareness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11036.424449242086</c:v>
                </c:pt>
                <c:pt idx="1">
                  <c:v>4006.88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Digital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15043.304449242087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Always On</c:v>
                </c:pt>
                <c:pt idx="1">
                  <c:v>Brand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4570.776449242085</c:v>
                </c:pt>
                <c:pt idx="1">
                  <c:v>10472.528000000002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FBF00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Purchase</c:v>
                </c:pt>
                <c:pt idx="1">
                  <c:v>Consideration</c:v>
                </c:pt>
                <c:pt idx="2">
                  <c:v>Awareness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328037.57471127994</c:v>
                </c:pt>
                <c:pt idx="1">
                  <c:v>766316.4273996311</c:v>
                </c:pt>
                <c:pt idx="2">
                  <c:v>2278799.496027335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Pt>
            <c:idx val="3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Digital</c:v>
                </c:pt>
                <c:pt idx="1">
                  <c:v>OOH</c:v>
                </c:pt>
                <c:pt idx="2">
                  <c:v>RADIO</c:v>
                </c:pt>
                <c:pt idx="3">
                  <c:v>Television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1300794.4748071916</c:v>
                </c:pt>
                <c:pt idx="1">
                  <c:v>374673.62090909085</c:v>
                </c:pt>
                <c:pt idx="2">
                  <c:v>90909.09106363637</c:v>
                </c:pt>
                <c:pt idx="3">
                  <c:v>1606776.3113583273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Always On</c:v>
                </c:pt>
                <c:pt idx="1">
                  <c:v>Brand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170779.0697563933</c:v>
                </c:pt>
                <c:pt idx="1">
                  <c:v>3202374.4283818533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FBF00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Purchase</c:v>
                </c:pt>
                <c:pt idx="1">
                  <c:v>Consideration</c:v>
                </c:pt>
                <c:pt idx="2">
                  <c:v>Awareness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328037.57471127994</c:v>
                </c:pt>
                <c:pt idx="1">
                  <c:v>766316.4273996311</c:v>
                </c:pt>
                <c:pt idx="2">
                  <c:v>2278799.496027335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Pt>
            <c:idx val="3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Digital</c:v>
                </c:pt>
                <c:pt idx="1">
                  <c:v>OOH</c:v>
                </c:pt>
                <c:pt idx="2">
                  <c:v>RADIO</c:v>
                </c:pt>
                <c:pt idx="3">
                  <c:v>Television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1300794.4748071916</c:v>
                </c:pt>
                <c:pt idx="1">
                  <c:v>374673.62090909085</c:v>
                </c:pt>
                <c:pt idx="2">
                  <c:v>90909.09106363637</c:v>
                </c:pt>
                <c:pt idx="3">
                  <c:v>1606776.3113583273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Always On</c:v>
                </c:pt>
                <c:pt idx="1">
                  <c:v>Brand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170779.0697563933</c:v>
                </c:pt>
                <c:pt idx="1">
                  <c:v>3202374.4283818533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FBF00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Purchase</c:v>
                </c:pt>
                <c:pt idx="1">
                  <c:v>Consideration</c:v>
                </c:pt>
                <c:pt idx="2">
                  <c:v>Awareness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328037.57471127994</c:v>
                </c:pt>
                <c:pt idx="1">
                  <c:v>766316.4273996311</c:v>
                </c:pt>
                <c:pt idx="2">
                  <c:v>2278799.496027335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Pt>
            <c:idx val="3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Digital</c:v>
                </c:pt>
                <c:pt idx="1">
                  <c:v>OOH</c:v>
                </c:pt>
                <c:pt idx="2">
                  <c:v>RADIO</c:v>
                </c:pt>
                <c:pt idx="3">
                  <c:v>Television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1300794.4748071916</c:v>
                </c:pt>
                <c:pt idx="1">
                  <c:v>374673.62090909085</c:v>
                </c:pt>
                <c:pt idx="2">
                  <c:v>90909.09106363637</c:v>
                </c:pt>
                <c:pt idx="3">
                  <c:v>1606776.3113583273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Always On</c:v>
                </c:pt>
                <c:pt idx="1">
                  <c:v>Brand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170779.0697563933</c:v>
                </c:pt>
                <c:pt idx="1">
                  <c:v>3202374.4283818533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FBF00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Purchase</c:v>
                </c:pt>
                <c:pt idx="1">
                  <c:v>Consideration</c:v>
                </c:pt>
                <c:pt idx="2">
                  <c:v>Awareness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168545.04150810337</c:v>
                </c:pt>
                <c:pt idx="1">
                  <c:v>347234.29184780386</c:v>
                </c:pt>
                <c:pt idx="2">
                  <c:v>1107929.8144143182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Pt>
            <c:idx val="3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Digital</c:v>
                </c:pt>
                <c:pt idx="1">
                  <c:v>OOH</c:v>
                </c:pt>
                <c:pt idx="2">
                  <c:v>PRINT</c:v>
                </c:pt>
                <c:pt idx="3">
                  <c:v>Television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842237.7359520437</c:v>
                </c:pt>
                <c:pt idx="1">
                  <c:v>164960.75045454546</c:v>
                </c:pt>
                <c:pt idx="2">
                  <c:v>3350.0</c:v>
                </c:pt>
                <c:pt idx="3">
                  <c:v>613160.6613636364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Always On</c:v>
                </c:pt>
                <c:pt idx="1">
                  <c:v>Product</c:v>
                </c:pt>
                <c:pt idx="2">
                  <c:v>Brand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97395.02837054359</c:v>
                </c:pt>
                <c:pt idx="1">
                  <c:v>1147608.081104227</c:v>
                </c:pt>
                <c:pt idx="2">
                  <c:v>378706.0382954546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FBF00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Purchase</c:v>
                </c:pt>
                <c:pt idx="1">
                  <c:v>Consideration</c:v>
                </c:pt>
                <c:pt idx="2">
                  <c:v>Awareness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168545.04150810337</c:v>
                </c:pt>
                <c:pt idx="1">
                  <c:v>347234.29184780386</c:v>
                </c:pt>
                <c:pt idx="2">
                  <c:v>1107929.8144143182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Pt>
            <c:idx val="3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Digital</c:v>
                </c:pt>
                <c:pt idx="1">
                  <c:v>OOH</c:v>
                </c:pt>
                <c:pt idx="2">
                  <c:v>PRINT</c:v>
                </c:pt>
                <c:pt idx="3">
                  <c:v>Television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842237.7359520437</c:v>
                </c:pt>
                <c:pt idx="1">
                  <c:v>164960.75045454546</c:v>
                </c:pt>
                <c:pt idx="2">
                  <c:v>3350.0</c:v>
                </c:pt>
                <c:pt idx="3">
                  <c:v>613160.6613636364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Always On</c:v>
                </c:pt>
                <c:pt idx="1">
                  <c:v>Product</c:v>
                </c:pt>
                <c:pt idx="2">
                  <c:v>Brand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97395.02837054359</c:v>
                </c:pt>
                <c:pt idx="1">
                  <c:v>1147608.081104227</c:v>
                </c:pt>
                <c:pt idx="2">
                  <c:v>378706.0382954546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FBF00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Purchase</c:v>
                </c:pt>
                <c:pt idx="1">
                  <c:v>Consideration</c:v>
                </c:pt>
                <c:pt idx="2">
                  <c:v>Awareness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98723.76372345793</c:v>
                </c:pt>
                <c:pt idx="1">
                  <c:v>245342.59838167555</c:v>
                </c:pt>
                <c:pt idx="2">
                  <c:v>1160655.9809527877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Pt>
            <c:idx val="3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Digital</c:v>
                </c:pt>
                <c:pt idx="1">
                  <c:v>OOH</c:v>
                </c:pt>
                <c:pt idx="2">
                  <c:v>PRINT</c:v>
                </c:pt>
                <c:pt idx="3">
                  <c:v>Television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600891.7135124669</c:v>
                </c:pt>
                <c:pt idx="1">
                  <c:v>222101.04409090907</c:v>
                </c:pt>
                <c:pt idx="2">
                  <c:v>8613.5</c:v>
                </c:pt>
                <c:pt idx="3">
                  <c:v>673116.0854545454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Always On</c:v>
                </c:pt>
                <c:pt idx="1">
                  <c:v>Brand</c:v>
                </c:pt>
                <c:pt idx="2">
                  <c:v>Product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148504.79158307688</c:v>
                </c:pt>
                <c:pt idx="1">
                  <c:v>1255602.5672975718</c:v>
                </c:pt>
                <c:pt idx="2">
                  <c:v>100614.98417727272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FBF00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Purchase</c:v>
                </c:pt>
                <c:pt idx="1">
                  <c:v>Consideration</c:v>
                </c:pt>
                <c:pt idx="2">
                  <c:v>Awareness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98723.76372345793</c:v>
                </c:pt>
                <c:pt idx="1">
                  <c:v>245342.59838167555</c:v>
                </c:pt>
                <c:pt idx="2">
                  <c:v>1160655.9809527877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Pt>
            <c:idx val="3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Digital</c:v>
                </c:pt>
                <c:pt idx="1">
                  <c:v>OOH</c:v>
                </c:pt>
                <c:pt idx="2">
                  <c:v>PRINT</c:v>
                </c:pt>
                <c:pt idx="3">
                  <c:v>Television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600891.7135124669</c:v>
                </c:pt>
                <c:pt idx="1">
                  <c:v>222101.04409090907</c:v>
                </c:pt>
                <c:pt idx="2">
                  <c:v>8613.5</c:v>
                </c:pt>
                <c:pt idx="3">
                  <c:v>673116.0854545454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Always On</c:v>
                </c:pt>
                <c:pt idx="1">
                  <c:v>Brand</c:v>
                </c:pt>
                <c:pt idx="2">
                  <c:v>Product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148504.79158307688</c:v>
                </c:pt>
                <c:pt idx="1">
                  <c:v>1255602.5672975718</c:v>
                </c:pt>
                <c:pt idx="2">
                  <c:v>100614.98417727272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FBF00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Purchase</c:v>
                </c:pt>
                <c:pt idx="1">
                  <c:v>Consideration</c:v>
                </c:pt>
                <c:pt idx="2">
                  <c:v>Awareness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21801.899571972728</c:v>
                </c:pt>
                <c:pt idx="1">
                  <c:v>96117.70256688182</c:v>
                </c:pt>
                <c:pt idx="2">
                  <c:v>889987.4880293182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Digital</c:v>
                </c:pt>
                <c:pt idx="1">
                  <c:v>OOH</c:v>
                </c:pt>
                <c:pt idx="2">
                  <c:v>Television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233797.03425908182</c:v>
                </c:pt>
                <c:pt idx="1">
                  <c:v>256018.55000000002</c:v>
                </c:pt>
                <c:pt idx="2">
                  <c:v>518091.5059090909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Always On</c:v>
                </c:pt>
                <c:pt idx="1">
                  <c:v>Brand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39785.91397067273</c:v>
                </c:pt>
                <c:pt idx="1">
                  <c:v>968121.1761975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FBF00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Purchase</c:v>
                </c:pt>
                <c:pt idx="1">
                  <c:v>Consideration</c:v>
                </c:pt>
                <c:pt idx="2">
                  <c:v>Awareness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42289.86621898264</c:v>
                </c:pt>
                <c:pt idx="1">
                  <c:v>38608.31040236239</c:v>
                </c:pt>
                <c:pt idx="2">
                  <c:v>817149.9784390909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Digital</c:v>
                </c:pt>
                <c:pt idx="1">
                  <c:v>OOH</c:v>
                </c:pt>
                <c:pt idx="2">
                  <c:v>Television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417794.74324225413</c:v>
                </c:pt>
                <c:pt idx="1">
                  <c:v>12093.75</c:v>
                </c:pt>
                <c:pt idx="2">
                  <c:v>468159.66181818186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Always On</c:v>
                </c:pt>
                <c:pt idx="1">
                  <c:v>Brand</c:v>
                </c:pt>
                <c:pt idx="2">
                  <c:v>Product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60231.42102983336</c:v>
                </c:pt>
                <c:pt idx="1">
                  <c:v>668830.8229415118</c:v>
                </c:pt>
                <c:pt idx="2">
                  <c:v>168985.9110890909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FBF00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Purchase</c:v>
                </c:pt>
                <c:pt idx="1">
                  <c:v>Consideration</c:v>
                </c:pt>
                <c:pt idx="2">
                  <c:v>Awareness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42289.86621898264</c:v>
                </c:pt>
                <c:pt idx="1">
                  <c:v>38608.31040236239</c:v>
                </c:pt>
                <c:pt idx="2">
                  <c:v>817149.9784390909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Digital</c:v>
                </c:pt>
                <c:pt idx="1">
                  <c:v>OOH</c:v>
                </c:pt>
                <c:pt idx="2">
                  <c:v>Television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417794.74324225413</c:v>
                </c:pt>
                <c:pt idx="1">
                  <c:v>12093.75</c:v>
                </c:pt>
                <c:pt idx="2">
                  <c:v>468159.66181818186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Always On</c:v>
                </c:pt>
                <c:pt idx="1">
                  <c:v>Brand</c:v>
                </c:pt>
                <c:pt idx="2">
                  <c:v>Product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60231.42102983336</c:v>
                </c:pt>
                <c:pt idx="1">
                  <c:v>668830.8229415118</c:v>
                </c:pt>
                <c:pt idx="2">
                  <c:v>168985.9110890909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FBF00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Purchase</c:v>
                </c:pt>
                <c:pt idx="1">
                  <c:v>Consideration</c:v>
                </c:pt>
                <c:pt idx="2">
                  <c:v>Awareness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31620.072667652275</c:v>
                </c:pt>
                <c:pt idx="1">
                  <c:v>75734.51642009092</c:v>
                </c:pt>
                <c:pt idx="2">
                  <c:v>654828.4218181819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Digital</c:v>
                </c:pt>
                <c:pt idx="1">
                  <c:v>OOH</c:v>
                </c:pt>
                <c:pt idx="2">
                  <c:v>Television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86142.46817865229</c:v>
                </c:pt>
                <c:pt idx="1">
                  <c:v>618717.3109090909</c:v>
                </c:pt>
                <c:pt idx="2">
                  <c:v>57323.23181818182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Always On</c:v>
                </c:pt>
                <c:pt idx="1">
                  <c:v>Brand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86142.46817865229</c:v>
                </c:pt>
                <c:pt idx="1">
                  <c:v>676040.5427272727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FBF00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Purchase</c:v>
                </c:pt>
                <c:pt idx="1">
                  <c:v>Consideration</c:v>
                </c:pt>
                <c:pt idx="2">
                  <c:v>Awareness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46194.33107886455</c:v>
                </c:pt>
                <c:pt idx="1">
                  <c:v>206019.29567936365</c:v>
                </c:pt>
                <c:pt idx="2">
                  <c:v>469023.4490909091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Digital</c:v>
                </c:pt>
                <c:pt idx="1">
                  <c:v>OOH</c:v>
                </c:pt>
                <c:pt idx="2">
                  <c:v>Television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252213.6267582282</c:v>
                </c:pt>
                <c:pt idx="1">
                  <c:v>174992.60454545455</c:v>
                </c:pt>
                <c:pt idx="2">
                  <c:v>294030.84454545454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Always On</c:v>
                </c:pt>
                <c:pt idx="1">
                  <c:v>Brand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76014.96396086455</c:v>
                </c:pt>
                <c:pt idx="1">
                  <c:v>645222.1118882727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FBF00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Pt>
            <c:idx val="2"/>
            <c:spPr>
              <a:solidFill>
                <a:srgbClr val="0000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Purchase</c:v>
                </c:pt>
                <c:pt idx="1">
                  <c:v>Awareness</c:v>
                </c:pt>
                <c:pt idx="2">
                  <c:v>Consideration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45868.55172595279</c:v>
                </c:pt>
                <c:pt idx="1">
                  <c:v>283079.783795</c:v>
                </c:pt>
                <c:pt idx="2">
                  <c:v>80795.67475222726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Digital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409744.01027318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Always On</c:v>
                </c:pt>
                <c:pt idx="1">
                  <c:v>Product</c:v>
                </c:pt>
                <c:pt idx="2">
                  <c:v>Brand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37686.73354413461</c:v>
                </c:pt>
                <c:pt idx="1">
                  <c:v>293428.64306995453</c:v>
                </c:pt>
                <c:pt idx="2">
                  <c:v>78628.6336590909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000000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Consideration</c:v>
                </c:pt>
                <c:pt idx="1">
                  <c:v>Awareness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9453.982564265254</c:v>
                </c:pt>
                <c:pt idx="1">
                  <c:v>36398.04957272727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Digital</c:v>
                </c:pt>
                <c:pt idx="1">
                  <c:v>OOH</c:v>
                </c:pt>
                <c:pt idx="2">
                  <c:v>PRINT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23758.282136992526</c:v>
                </c:pt>
                <c:pt idx="1">
                  <c:v>8868.75</c:v>
                </c:pt>
                <c:pt idx="2">
                  <c:v>13225.0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Always On</c:v>
                </c:pt>
                <c:pt idx="1">
                  <c:v>Brand</c:v>
                </c:pt>
                <c:pt idx="2">
                  <c:v>Product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7995.7591688107095</c:v>
                </c:pt>
                <c:pt idx="1">
                  <c:v>28987.522968181816</c:v>
                </c:pt>
                <c:pt idx="2">
                  <c:v>8868.75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Awareness</c:v>
                </c:pt>
                <c:pt idx="1">
                  <c:v>Consideration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19811.18576818182</c:v>
                </c:pt>
                <c:pt idx="1">
                  <c:v>17200.96032871889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Digital</c:v>
                </c:pt>
                <c:pt idx="1">
                  <c:v>OOH</c:v>
                </c:pt>
                <c:pt idx="2">
                  <c:v>PRINT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23012.14609690071</c:v>
                </c:pt>
                <c:pt idx="1">
                  <c:v>9675.0</c:v>
                </c:pt>
                <c:pt idx="2">
                  <c:v>4325.0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Always On</c:v>
                </c:pt>
                <c:pt idx="1">
                  <c:v>Brand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4908.332718181819</c:v>
                </c:pt>
                <c:pt idx="1">
                  <c:v>32103.813378718893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Awareness</c:v>
                </c:pt>
                <c:pt idx="1">
                  <c:v>Consideration</c:v>
                </c:pt>
                <c:pt idx="2">
                  <c:v>Purchase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2007386.6894892168</c:v>
                </c:pt>
                <c:pt idx="1">
                  <c:v>213764.71396801094</c:v>
                </c:pt>
                <c:pt idx="2">
                  <c:v>899073.6191509803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Pt>
            <c:idx val="3"/>
            <c:spPr>
              <a:solidFill>
                <a:srgbClr val="B0D3FF"/>
              </a:solidFill>
            </c:spPr>
          </c:dPt>
          <c:dPt>
            <c:idx val="4"/>
            <c:spPr>
              <a:solidFill>
                <a:srgbClr val="71D48D"/>
              </a:solidFill>
            </c:spPr>
          </c:dPt>
          <c:dPt>
            <c:idx val="5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CINEMA</c:v>
                </c:pt>
                <c:pt idx="1">
                  <c:v>Digital</c:v>
                </c:pt>
                <c:pt idx="2">
                  <c:v>OOH</c:v>
                </c:pt>
                <c:pt idx="3">
                  <c:v>OTHER</c:v>
                </c:pt>
                <c:pt idx="4">
                  <c:v>RADIO</c:v>
                </c:pt>
                <c:pt idx="5">
                  <c:v>Television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81158.4</c:v>
                </c:pt>
                <c:pt idx="1">
                  <c:v>1561296.558608208</c:v>
                </c:pt>
                <c:pt idx="2">
                  <c:v>198233.6</c:v>
                </c:pt>
                <c:pt idx="3">
                  <c:v>58858.100000000006</c:v>
                </c:pt>
                <c:pt idx="4">
                  <c:v>39846.8</c:v>
                </c:pt>
                <c:pt idx="5">
                  <c:v>1180831.564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Brand</c:v>
                </c:pt>
                <c:pt idx="1">
                  <c:v>Always On</c:v>
                </c:pt>
                <c:pt idx="2">
                  <c:v>Product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1979036.9798387801</c:v>
                </c:pt>
                <c:pt idx="1">
                  <c:v>13623.212428277258</c:v>
                </c:pt>
                <c:pt idx="2">
                  <c:v>1127564.8303411505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000000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Consideration</c:v>
                </c:pt>
                <c:pt idx="1">
                  <c:v>Awareness</c:v>
                </c:pt>
                <c:pt idx="2">
                  <c:v>Purchase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635188.0226541494</c:v>
                </c:pt>
                <c:pt idx="1">
                  <c:v>2159825.266322832</c:v>
                </c:pt>
                <c:pt idx="2">
                  <c:v>193976.7464456258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Pt>
            <c:idx val="3"/>
            <c:spPr>
              <a:solidFill>
                <a:srgbClr val="B0D3FF"/>
              </a:solidFill>
            </c:spPr>
          </c:dPt>
          <c:dPt>
            <c:idx val="4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Digital</c:v>
                </c:pt>
                <c:pt idx="1">
                  <c:v>OOH</c:v>
                </c:pt>
                <c:pt idx="2">
                  <c:v>OTHER</c:v>
                </c:pt>
                <c:pt idx="3">
                  <c:v>RADIO</c:v>
                </c:pt>
                <c:pt idx="4">
                  <c:v>Television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1410721.2834226075</c:v>
                </c:pt>
                <c:pt idx="1">
                  <c:v>246872.2</c:v>
                </c:pt>
                <c:pt idx="2">
                  <c:v>26221.8</c:v>
                </c:pt>
                <c:pt idx="3">
                  <c:v>4500.0</c:v>
                </c:pt>
                <c:pt idx="4">
                  <c:v>1300674.7519999999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Always On</c:v>
                </c:pt>
                <c:pt idx="1">
                  <c:v>Brand</c:v>
                </c:pt>
                <c:pt idx="2">
                  <c:v>Product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8057.420164383561</c:v>
                </c:pt>
                <c:pt idx="1">
                  <c:v>2730433.2512841485</c:v>
                </c:pt>
                <c:pt idx="2">
                  <c:v>250499.36397407544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000000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Consideration</c:v>
                </c:pt>
                <c:pt idx="1">
                  <c:v>Awareness</c:v>
                </c:pt>
                <c:pt idx="2">
                  <c:v>Purchase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635188.0226541494</c:v>
                </c:pt>
                <c:pt idx="1">
                  <c:v>2159825.266322832</c:v>
                </c:pt>
                <c:pt idx="2">
                  <c:v>193976.7464456258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Pt>
            <c:idx val="3"/>
            <c:spPr>
              <a:solidFill>
                <a:srgbClr val="B0D3FF"/>
              </a:solidFill>
            </c:spPr>
          </c:dPt>
          <c:dPt>
            <c:idx val="4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Digital</c:v>
                </c:pt>
                <c:pt idx="1">
                  <c:v>OOH</c:v>
                </c:pt>
                <c:pt idx="2">
                  <c:v>OTHER</c:v>
                </c:pt>
                <c:pt idx="3">
                  <c:v>RADIO</c:v>
                </c:pt>
                <c:pt idx="4">
                  <c:v>Television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1410721.2834226075</c:v>
                </c:pt>
                <c:pt idx="1">
                  <c:v>246872.2</c:v>
                </c:pt>
                <c:pt idx="2">
                  <c:v>26221.8</c:v>
                </c:pt>
                <c:pt idx="3">
                  <c:v>4500.0</c:v>
                </c:pt>
                <c:pt idx="4">
                  <c:v>1300674.7519999999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Always On</c:v>
                </c:pt>
                <c:pt idx="1">
                  <c:v>Brand</c:v>
                </c:pt>
                <c:pt idx="2">
                  <c:v>Product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8057.420164383561</c:v>
                </c:pt>
                <c:pt idx="1">
                  <c:v>2730433.2512841485</c:v>
                </c:pt>
                <c:pt idx="2">
                  <c:v>250499.36397407544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000000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Consideration</c:v>
                </c:pt>
                <c:pt idx="1">
                  <c:v>Awareness</c:v>
                </c:pt>
                <c:pt idx="2">
                  <c:v>Purchase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635188.0226541494</c:v>
                </c:pt>
                <c:pt idx="1">
                  <c:v>2159825.266322832</c:v>
                </c:pt>
                <c:pt idx="2">
                  <c:v>193976.7464456258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Pt>
            <c:idx val="3"/>
            <c:spPr>
              <a:solidFill>
                <a:srgbClr val="B0D3FF"/>
              </a:solidFill>
            </c:spPr>
          </c:dPt>
          <c:dPt>
            <c:idx val="4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Digital</c:v>
                </c:pt>
                <c:pt idx="1">
                  <c:v>OOH</c:v>
                </c:pt>
                <c:pt idx="2">
                  <c:v>OTHER</c:v>
                </c:pt>
                <c:pt idx="3">
                  <c:v>RADIO</c:v>
                </c:pt>
                <c:pt idx="4">
                  <c:v>Television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1410721.2834226075</c:v>
                </c:pt>
                <c:pt idx="1">
                  <c:v>246872.2</c:v>
                </c:pt>
                <c:pt idx="2">
                  <c:v>26221.8</c:v>
                </c:pt>
                <c:pt idx="3">
                  <c:v>4500.0</c:v>
                </c:pt>
                <c:pt idx="4">
                  <c:v>1300674.7519999999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Always On</c:v>
                </c:pt>
                <c:pt idx="1">
                  <c:v>Brand</c:v>
                </c:pt>
                <c:pt idx="2">
                  <c:v>Product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8057.420164383561</c:v>
                </c:pt>
                <c:pt idx="1">
                  <c:v>2730433.2512841485</c:v>
                </c:pt>
                <c:pt idx="2">
                  <c:v>250499.36397407544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000000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Consideration</c:v>
                </c:pt>
                <c:pt idx="1">
                  <c:v>Awareness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155815.81718810616</c:v>
                </c:pt>
                <c:pt idx="1">
                  <c:v>1423343.4889182923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Pt>
            <c:idx val="3"/>
            <c:spPr>
              <a:solidFill>
                <a:srgbClr val="B0D3FF"/>
              </a:solidFill>
            </c:spPr>
          </c:dPt>
          <c:dPt>
            <c:idx val="4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Digital</c:v>
                </c:pt>
                <c:pt idx="1">
                  <c:v>OOH</c:v>
                </c:pt>
                <c:pt idx="2">
                  <c:v>OTHER</c:v>
                </c:pt>
                <c:pt idx="3">
                  <c:v>RADIO</c:v>
                </c:pt>
                <c:pt idx="4">
                  <c:v>Television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1107748.4641063986</c:v>
                </c:pt>
                <c:pt idx="1">
                  <c:v>29141.4</c:v>
                </c:pt>
                <c:pt idx="2">
                  <c:v>22714.922</c:v>
                </c:pt>
                <c:pt idx="3">
                  <c:v>4500.0</c:v>
                </c:pt>
                <c:pt idx="4">
                  <c:v>415054.51999999996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Brand</c:v>
                </c:pt>
                <c:pt idx="1">
                  <c:v>Always On</c:v>
                </c:pt>
                <c:pt idx="2">
                  <c:v>Product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1564515.4820242068</c:v>
                </c:pt>
                <c:pt idx="1">
                  <c:v>8095.146082191781</c:v>
                </c:pt>
                <c:pt idx="2">
                  <c:v>6548.678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000000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Consideration</c:v>
                </c:pt>
                <c:pt idx="1">
                  <c:v>Awareness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155815.81718810616</c:v>
                </c:pt>
                <c:pt idx="1">
                  <c:v>1423343.4889182923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Pt>
            <c:idx val="3"/>
            <c:spPr>
              <a:solidFill>
                <a:srgbClr val="B0D3FF"/>
              </a:solidFill>
            </c:spPr>
          </c:dPt>
          <c:dPt>
            <c:idx val="4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Digital</c:v>
                </c:pt>
                <c:pt idx="1">
                  <c:v>OOH</c:v>
                </c:pt>
                <c:pt idx="2">
                  <c:v>OTHER</c:v>
                </c:pt>
                <c:pt idx="3">
                  <c:v>RADIO</c:v>
                </c:pt>
                <c:pt idx="4">
                  <c:v>Television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1107748.4641063986</c:v>
                </c:pt>
                <c:pt idx="1">
                  <c:v>29141.4</c:v>
                </c:pt>
                <c:pt idx="2">
                  <c:v>22714.922</c:v>
                </c:pt>
                <c:pt idx="3">
                  <c:v>4500.0</c:v>
                </c:pt>
                <c:pt idx="4">
                  <c:v>415054.51999999996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Brand</c:v>
                </c:pt>
                <c:pt idx="1">
                  <c:v>Always On</c:v>
                </c:pt>
                <c:pt idx="2">
                  <c:v>Product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1564515.4820242068</c:v>
                </c:pt>
                <c:pt idx="1">
                  <c:v>8095.146082191781</c:v>
                </c:pt>
                <c:pt idx="2">
                  <c:v>6548.678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Awareness</c:v>
                </c:pt>
                <c:pt idx="1">
                  <c:v>Consideration</c:v>
                </c:pt>
                <c:pt idx="2">
                  <c:v>Purchase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801310.8399473785</c:v>
                </c:pt>
                <c:pt idx="1">
                  <c:v>303292.82297863363</c:v>
                </c:pt>
                <c:pt idx="2">
                  <c:v>205825.51285263867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Pt>
            <c:idx val="3"/>
            <c:spPr>
              <a:solidFill>
                <a:srgbClr val="B0D3FF"/>
              </a:solidFill>
            </c:spPr>
          </c:dPt>
          <c:dPt>
            <c:idx val="4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CINEMA</c:v>
                </c:pt>
                <c:pt idx="1">
                  <c:v>Digital</c:v>
                </c:pt>
                <c:pt idx="2">
                  <c:v>OOH</c:v>
                </c:pt>
                <c:pt idx="3">
                  <c:v>OTHER</c:v>
                </c:pt>
                <c:pt idx="4">
                  <c:v>Television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42197.8</c:v>
                </c:pt>
                <c:pt idx="1">
                  <c:v>506275.06727865076</c:v>
                </c:pt>
                <c:pt idx="2">
                  <c:v>202707.6</c:v>
                </c:pt>
                <c:pt idx="3">
                  <c:v>99407.52649999999</c:v>
                </c:pt>
                <c:pt idx="4">
                  <c:v>459841.18200000003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Brand</c:v>
                </c:pt>
                <c:pt idx="1">
                  <c:v>Product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933665.0639390209</c:v>
                </c:pt>
                <c:pt idx="1">
                  <c:v>376764.11183962994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000000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Consideration</c:v>
                </c:pt>
                <c:pt idx="1">
                  <c:v>Awareness</c:v>
                </c:pt>
                <c:pt idx="2">
                  <c:v>Purchase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27496.29928767123</c:v>
                </c:pt>
                <c:pt idx="1">
                  <c:v>698243.3855000001</c:v>
                </c:pt>
                <c:pt idx="2">
                  <c:v>76515.05598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Pt>
            <c:idx val="3"/>
            <c:spPr>
              <a:solidFill>
                <a:srgbClr val="B0D3FF"/>
              </a:solidFill>
            </c:spPr>
          </c:dPt>
          <c:dPt>
            <c:idx val="4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Digital</c:v>
                </c:pt>
                <c:pt idx="1">
                  <c:v>OOH</c:v>
                </c:pt>
                <c:pt idx="2">
                  <c:v>OTHER</c:v>
                </c:pt>
                <c:pt idx="3">
                  <c:v>RADIO</c:v>
                </c:pt>
                <c:pt idx="4">
                  <c:v>Television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369150.4287676712</c:v>
                </c:pt>
                <c:pt idx="1">
                  <c:v>94768.0</c:v>
                </c:pt>
                <c:pt idx="2">
                  <c:v>5236.8</c:v>
                </c:pt>
                <c:pt idx="3">
                  <c:v>6638.4</c:v>
                </c:pt>
                <c:pt idx="4">
                  <c:v>326461.112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Always On</c:v>
                </c:pt>
                <c:pt idx="1">
                  <c:v>Brand</c:v>
                </c:pt>
                <c:pt idx="2">
                  <c:v>Product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12540.84328767123</c:v>
                </c:pt>
                <c:pt idx="1">
                  <c:v>608986.75748</c:v>
                </c:pt>
                <c:pt idx="2">
                  <c:v>180727.14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000000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Consideration</c:v>
                </c:pt>
                <c:pt idx="1">
                  <c:v>Awareness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336150.2199887487</c:v>
                </c:pt>
                <c:pt idx="1">
                  <c:v>91455.53078075677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Digital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427605.7507695055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Brand</c:v>
                </c:pt>
                <c:pt idx="1">
                  <c:v>Product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207911.48</c:v>
                </c:pt>
                <c:pt idx="1">
                  <c:v>219694.27076950547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Awareness</c:v>
                </c:pt>
                <c:pt idx="1">
                  <c:v>Consideration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22456.3</c:v>
                </c:pt>
                <c:pt idx="1">
                  <c:v>26817.95024657534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Digital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49274.25024657534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Brand</c:v>
                </c:pt>
                <c:pt idx="1">
                  <c:v>Always 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35716.3</c:v>
                </c:pt>
                <c:pt idx="1">
                  <c:v>13557.950246575341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0000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Awareness</c:v>
                </c:pt>
                <c:pt idx="1">
                  <c:v>Purchase</c:v>
                </c:pt>
                <c:pt idx="2">
                  <c:v>Consideration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2558614.6280357684</c:v>
                </c:pt>
                <c:pt idx="1">
                  <c:v>629371.8623659211</c:v>
                </c:pt>
                <c:pt idx="2">
                  <c:v>756599.4039289651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Pt>
            <c:idx val="3"/>
            <c:spPr>
              <a:solidFill>
                <a:srgbClr val="B0D3FF"/>
              </a:solidFill>
            </c:spPr>
          </c:dPt>
          <c:dPt>
            <c:idx val="4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CINEMA</c:v>
                </c:pt>
                <c:pt idx="1">
                  <c:v>Digital</c:v>
                </c:pt>
                <c:pt idx="2">
                  <c:v>OOH</c:v>
                </c:pt>
                <c:pt idx="3">
                  <c:v>PRINT</c:v>
                </c:pt>
                <c:pt idx="4">
                  <c:v>Television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222.22222222222223</c:v>
                </c:pt>
                <c:pt idx="1">
                  <c:v>1828841.1581084325</c:v>
                </c:pt>
                <c:pt idx="2">
                  <c:v>242877.77777777778</c:v>
                </c:pt>
                <c:pt idx="3">
                  <c:v>4111.111111111111</c:v>
                </c:pt>
                <c:pt idx="4">
                  <c:v>1868533.625111111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Brand</c:v>
                </c:pt>
                <c:pt idx="1">
                  <c:v>Always On</c:v>
                </c:pt>
                <c:pt idx="2">
                  <c:v>Product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3501911.0136279296</c:v>
                </c:pt>
                <c:pt idx="1">
                  <c:v>131745.58732494686</c:v>
                </c:pt>
                <c:pt idx="2">
                  <c:v>310929.2933777778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0000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Awareness</c:v>
                </c:pt>
                <c:pt idx="1">
                  <c:v>Purchase</c:v>
                </c:pt>
                <c:pt idx="2">
                  <c:v>Consideration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2558614.6280357684</c:v>
                </c:pt>
                <c:pt idx="1">
                  <c:v>629371.8623659211</c:v>
                </c:pt>
                <c:pt idx="2">
                  <c:v>756599.4039289651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Pt>
            <c:idx val="3"/>
            <c:spPr>
              <a:solidFill>
                <a:srgbClr val="B0D3FF"/>
              </a:solidFill>
            </c:spPr>
          </c:dPt>
          <c:dPt>
            <c:idx val="4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CINEMA</c:v>
                </c:pt>
                <c:pt idx="1">
                  <c:v>Digital</c:v>
                </c:pt>
                <c:pt idx="2">
                  <c:v>OOH</c:v>
                </c:pt>
                <c:pt idx="3">
                  <c:v>PRINT</c:v>
                </c:pt>
                <c:pt idx="4">
                  <c:v>Television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222.22222222222223</c:v>
                </c:pt>
                <c:pt idx="1">
                  <c:v>1828841.1581084325</c:v>
                </c:pt>
                <c:pt idx="2">
                  <c:v>242877.77777777778</c:v>
                </c:pt>
                <c:pt idx="3">
                  <c:v>4111.111111111111</c:v>
                </c:pt>
                <c:pt idx="4">
                  <c:v>1868533.625111111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Brand</c:v>
                </c:pt>
                <c:pt idx="1">
                  <c:v>Always On</c:v>
                </c:pt>
                <c:pt idx="2">
                  <c:v>Product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3501911.0136279296</c:v>
                </c:pt>
                <c:pt idx="1">
                  <c:v>131745.58732494686</c:v>
                </c:pt>
                <c:pt idx="2">
                  <c:v>310929.2933777778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FBF00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Purchase</c:v>
                </c:pt>
                <c:pt idx="1">
                  <c:v>Consideration</c:v>
                </c:pt>
                <c:pt idx="2">
                  <c:v>Awareness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65880.49968962223</c:v>
                </c:pt>
                <c:pt idx="1">
                  <c:v>937038.7216399692</c:v>
                </c:pt>
                <c:pt idx="2">
                  <c:v>870701.2557777779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Digital</c:v>
                </c:pt>
                <c:pt idx="1">
                  <c:v>OOH</c:v>
                </c:pt>
                <c:pt idx="2">
                  <c:v>Television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889703.6657740357</c:v>
                </c:pt>
                <c:pt idx="1">
                  <c:v>123055.55555555556</c:v>
                </c:pt>
                <c:pt idx="2">
                  <c:v>860861.2557777779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Always On</c:v>
                </c:pt>
                <c:pt idx="1">
                  <c:v>Product</c:v>
                </c:pt>
                <c:pt idx="2">
                  <c:v>Brand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44990.606599820094</c:v>
                </c:pt>
                <c:pt idx="1">
                  <c:v>520145.72553661274</c:v>
                </c:pt>
                <c:pt idx="2">
                  <c:v>1308484.1449709362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FBF00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Purchase</c:v>
                </c:pt>
                <c:pt idx="1">
                  <c:v>Consideration</c:v>
                </c:pt>
                <c:pt idx="2">
                  <c:v>Awareness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65880.49968962223</c:v>
                </c:pt>
                <c:pt idx="1">
                  <c:v>937038.7216399692</c:v>
                </c:pt>
                <c:pt idx="2">
                  <c:v>870701.2557777779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Digital</c:v>
                </c:pt>
                <c:pt idx="1">
                  <c:v>OOH</c:v>
                </c:pt>
                <c:pt idx="2">
                  <c:v>Television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889703.6657740357</c:v>
                </c:pt>
                <c:pt idx="1">
                  <c:v>123055.55555555556</c:v>
                </c:pt>
                <c:pt idx="2">
                  <c:v>860861.2557777779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Always On</c:v>
                </c:pt>
                <c:pt idx="1">
                  <c:v>Product</c:v>
                </c:pt>
                <c:pt idx="2">
                  <c:v>Brand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44990.606599820094</c:v>
                </c:pt>
                <c:pt idx="1">
                  <c:v>520145.72553661274</c:v>
                </c:pt>
                <c:pt idx="2">
                  <c:v>1308484.1449709362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FBF00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Pt>
            <c:idx val="2"/>
            <c:spPr>
              <a:solidFill>
                <a:srgbClr val="0000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Purchase</c:v>
                </c:pt>
                <c:pt idx="1">
                  <c:v>Awareness</c:v>
                </c:pt>
                <c:pt idx="2">
                  <c:v>Consideration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10108.94621004566</c:v>
                </c:pt>
                <c:pt idx="1">
                  <c:v>237368.61688888888</c:v>
                </c:pt>
                <c:pt idx="2">
                  <c:v>213221.6057777778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Pt>
            <c:idx val="3"/>
            <c:spPr>
              <a:solidFill>
                <a:srgbClr val="B0D3FF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Digital</c:v>
                </c:pt>
                <c:pt idx="1">
                  <c:v>OOH</c:v>
                </c:pt>
                <c:pt idx="2">
                  <c:v>PRINT</c:v>
                </c:pt>
                <c:pt idx="3">
                  <c:v>RADIO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333502.5466544901</c:v>
                </c:pt>
                <c:pt idx="1">
                  <c:v>42500.0</c:v>
                </c:pt>
                <c:pt idx="2">
                  <c:v>1353.3333333333333</c:v>
                </c:pt>
                <c:pt idx="3">
                  <c:v>83343.28888888888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Always On</c:v>
                </c:pt>
                <c:pt idx="1">
                  <c:v>Brand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10108.94621004566</c:v>
                </c:pt>
                <c:pt idx="1">
                  <c:v>450590.22266666667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FBF00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Purchase</c:v>
                </c:pt>
                <c:pt idx="1">
                  <c:v>Consideration</c:v>
                </c:pt>
                <c:pt idx="2">
                  <c:v>Awareness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56698.37642222222</c:v>
                </c:pt>
                <c:pt idx="1">
                  <c:v>204077.4850942095</c:v>
                </c:pt>
                <c:pt idx="2">
                  <c:v>76730.62206476656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Digital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337506.48358119826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Always On</c:v>
                </c:pt>
                <c:pt idx="1">
                  <c:v>Brand</c:v>
                </c:pt>
                <c:pt idx="2">
                  <c:v>Product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8335.23491933029</c:v>
                </c:pt>
                <c:pt idx="1">
                  <c:v>133243.49773043478</c:v>
                </c:pt>
                <c:pt idx="2">
                  <c:v>195927.75093143323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FBF00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Purchase</c:v>
                </c:pt>
                <c:pt idx="1">
                  <c:v>Consideration</c:v>
                </c:pt>
                <c:pt idx="2">
                  <c:v>Awareness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69993.24437777778</c:v>
                </c:pt>
                <c:pt idx="1">
                  <c:v>11263.232550989345</c:v>
                </c:pt>
                <c:pt idx="2">
                  <c:v>114688.15908642222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Digital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195944.63601518935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Always On</c:v>
                </c:pt>
                <c:pt idx="1">
                  <c:v>Brand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81256.47692876712</c:v>
                </c:pt>
                <c:pt idx="1">
                  <c:v>114688.15908642222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FBF00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Purchase</c:v>
                </c:pt>
                <c:pt idx="1">
                  <c:v>Awareness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19226.459622526632</c:v>
                </c:pt>
                <c:pt idx="1">
                  <c:v>90000.0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Digital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109226.45962252663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Always On</c:v>
                </c:pt>
                <c:pt idx="1">
                  <c:v>Brand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19226.459622526632</c:v>
                </c:pt>
                <c:pt idx="1">
                  <c:v>90000.0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000000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Consideration</c:v>
                </c:pt>
                <c:pt idx="1">
                  <c:v>Awareness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68072.45933333333</c:v>
                </c:pt>
                <c:pt idx="1">
                  <c:v>29895.00116666667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Digital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97967.4605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Always On</c:v>
                </c:pt>
                <c:pt idx="1">
                  <c:v>Brand</c:v>
                </c:pt>
                <c:pt idx="2">
                  <c:v>Product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39195.38044444445</c:v>
                </c:pt>
                <c:pt idx="1">
                  <c:v>55164.88005555556</c:v>
                </c:pt>
                <c:pt idx="2">
                  <c:v>3607.2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000000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Consideration</c:v>
                </c:pt>
                <c:pt idx="1">
                  <c:v>Awareness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35674.76115066667</c:v>
                </c:pt>
                <c:pt idx="1">
                  <c:v>61758.80411866667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Digital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97433.56526933332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Always On</c:v>
                </c:pt>
                <c:pt idx="1">
                  <c:v>Brand</c:v>
                </c:pt>
                <c:pt idx="2">
                  <c:v>Product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4516.569777777778</c:v>
                </c:pt>
                <c:pt idx="1">
                  <c:v>86644.38215822223</c:v>
                </c:pt>
                <c:pt idx="2">
                  <c:v>6272.613333333333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000000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Consideration</c:v>
                </c:pt>
                <c:pt idx="1">
                  <c:v>Awareness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7312.213777777778</c:v>
                </c:pt>
                <c:pt idx="1">
                  <c:v>14255.764888888887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Digital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21567.978666666666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Always On</c:v>
                </c:pt>
                <c:pt idx="1">
                  <c:v>Brand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7312.213777777778</c:v>
                </c:pt>
                <c:pt idx="1">
                  <c:v>14255.764888888887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000000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Consideration</c:v>
                </c:pt>
                <c:pt idx="1">
                  <c:v>Awareness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2940.123777777778</c:v>
                </c:pt>
                <c:pt idx="1">
                  <c:v>18598.061184444443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Digital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21538.184962222218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Brand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21538.184962222218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000000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Consideration</c:v>
                </c:pt>
                <c:pt idx="1">
                  <c:v>Awareness</c:v>
                </c:pt>
                <c:pt idx="2">
                  <c:v>Purchase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68779.7951763519</c:v>
                </c:pt>
                <c:pt idx="1">
                  <c:v>1717106.5803688401</c:v>
                </c:pt>
                <c:pt idx="2">
                  <c:v>76796.62257142857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Digital</c:v>
                </c:pt>
                <c:pt idx="1">
                  <c:v>RADIO</c:v>
                </c:pt>
                <c:pt idx="2">
                  <c:v>Television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675047.7019525156</c:v>
                </c:pt>
                <c:pt idx="1">
                  <c:v>3701.9403116190474</c:v>
                </c:pt>
                <c:pt idx="2">
                  <c:v>1183933.3558524859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Always On</c:v>
                </c:pt>
                <c:pt idx="1">
                  <c:v>Brand</c:v>
                </c:pt>
                <c:pt idx="2">
                  <c:v>Product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5087.551976190476</c:v>
                </c:pt>
                <c:pt idx="1">
                  <c:v>1493436.4734589253</c:v>
                </c:pt>
                <c:pt idx="2">
                  <c:v>364158.9726815048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000000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Consideration</c:v>
                </c:pt>
                <c:pt idx="1">
                  <c:v>Awareness</c:v>
                </c:pt>
                <c:pt idx="2">
                  <c:v>Purchase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68779.7951763519</c:v>
                </c:pt>
                <c:pt idx="1">
                  <c:v>1717106.5803688401</c:v>
                </c:pt>
                <c:pt idx="2">
                  <c:v>76796.62257142857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Digital</c:v>
                </c:pt>
                <c:pt idx="1">
                  <c:v>RADIO</c:v>
                </c:pt>
                <c:pt idx="2">
                  <c:v>Television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675047.7019525156</c:v>
                </c:pt>
                <c:pt idx="1">
                  <c:v>3701.9403116190474</c:v>
                </c:pt>
                <c:pt idx="2">
                  <c:v>1183933.3558524859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Always On</c:v>
                </c:pt>
                <c:pt idx="1">
                  <c:v>Brand</c:v>
                </c:pt>
                <c:pt idx="2">
                  <c:v>Product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5087.551976190476</c:v>
                </c:pt>
                <c:pt idx="1">
                  <c:v>1493436.4734589253</c:v>
                </c:pt>
                <c:pt idx="2">
                  <c:v>364158.9726815048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000000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Consideration</c:v>
                </c:pt>
                <c:pt idx="1">
                  <c:v>Awareness</c:v>
                </c:pt>
                <c:pt idx="2">
                  <c:v>Purchase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295460.18022467673</c:v>
                </c:pt>
                <c:pt idx="1">
                  <c:v>219985.97492737666</c:v>
                </c:pt>
                <c:pt idx="2">
                  <c:v>41350.069637385015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Digital</c:v>
                </c:pt>
                <c:pt idx="1">
                  <c:v>Television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519452.7341704147</c:v>
                </c:pt>
                <c:pt idx="1">
                  <c:v>37343.49061902381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Always On</c:v>
                </c:pt>
                <c:pt idx="1">
                  <c:v>Product</c:v>
                </c:pt>
                <c:pt idx="2">
                  <c:v>Brand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28396.45979368406</c:v>
                </c:pt>
                <c:pt idx="1">
                  <c:v>231480.54075640882</c:v>
                </c:pt>
                <c:pt idx="2">
                  <c:v>296919.2242393455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Awareness</c:v>
                </c:pt>
                <c:pt idx="1">
                  <c:v>Consideration</c:v>
                </c:pt>
                <c:pt idx="2">
                  <c:v>Purchase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115378.62342293096</c:v>
                </c:pt>
                <c:pt idx="1">
                  <c:v>244611.71311904764</c:v>
                </c:pt>
                <c:pt idx="2">
                  <c:v>147111.53957142858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Digital</c:v>
                </c:pt>
                <c:pt idx="1">
                  <c:v>PRINT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496288.999922931</c:v>
                </c:pt>
                <c:pt idx="1">
                  <c:v>10812.87619047619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Brand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507101.8761134072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Awareness</c:v>
                </c:pt>
                <c:pt idx="1">
                  <c:v>Consideration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310167.29595187947</c:v>
                </c:pt>
                <c:pt idx="1">
                  <c:v>57646.12697619047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Digital</c:v>
                </c:pt>
                <c:pt idx="1">
                  <c:v>Television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266793.8091190476</c:v>
                </c:pt>
                <c:pt idx="1">
                  <c:v>101019.61380902234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Brand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367813.42292806995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000000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Consideration</c:v>
                </c:pt>
                <c:pt idx="1">
                  <c:v>Awareness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4588.922454804677</c:v>
                </c:pt>
                <c:pt idx="1">
                  <c:v>244662.73366953948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Digital</c:v>
                </c:pt>
                <c:pt idx="1">
                  <c:v>Television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5155.217085003592</c:v>
                </c:pt>
                <c:pt idx="1">
                  <c:v>244096.43903934056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Always On</c:v>
                </c:pt>
                <c:pt idx="1">
                  <c:v>Brand</c:v>
                </c:pt>
                <c:pt idx="2">
                  <c:v>Product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4588.922454804677</c:v>
                </c:pt>
                <c:pt idx="1">
                  <c:v>214742.163153349</c:v>
                </c:pt>
                <c:pt idx="2">
                  <c:v>29920.570516190477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Awareness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14216.806404761906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Digital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14216.806404761906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Brand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14216.806404761906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000000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Consideration</c:v>
                </c:pt>
                <c:pt idx="1">
                  <c:v>Purchase</c:v>
                </c:pt>
                <c:pt idx="2">
                  <c:v>Awareness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200647.74311547674</c:v>
                </c:pt>
                <c:pt idx="1">
                  <c:v>58833.33333333333</c:v>
                </c:pt>
                <c:pt idx="2">
                  <c:v>803648.0605175876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Digital</c:v>
                </c:pt>
                <c:pt idx="1">
                  <c:v>OOH</c:v>
                </c:pt>
                <c:pt idx="2">
                  <c:v>Television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453279.9356330643</c:v>
                </c:pt>
                <c:pt idx="1">
                  <c:v>131545.61666666667</c:v>
                </c:pt>
                <c:pt idx="2">
                  <c:v>478303.58466666663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Brand</c:v>
                </c:pt>
                <c:pt idx="1">
                  <c:v>Product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1059795.8036330643</c:v>
                </c:pt>
                <c:pt idx="1">
                  <c:v>3333.3333333333335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000000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Consideration</c:v>
                </c:pt>
                <c:pt idx="1">
                  <c:v>Purchase</c:v>
                </c:pt>
                <c:pt idx="2">
                  <c:v>Awareness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200647.74311547674</c:v>
                </c:pt>
                <c:pt idx="1">
                  <c:v>58833.33333333333</c:v>
                </c:pt>
                <c:pt idx="2">
                  <c:v>803648.0605175876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Digital</c:v>
                </c:pt>
                <c:pt idx="1">
                  <c:v>OOH</c:v>
                </c:pt>
                <c:pt idx="2">
                  <c:v>Television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453279.9356330643</c:v>
                </c:pt>
                <c:pt idx="1">
                  <c:v>131545.61666666667</c:v>
                </c:pt>
                <c:pt idx="2">
                  <c:v>478303.58466666663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Brand</c:v>
                </c:pt>
                <c:pt idx="1">
                  <c:v>Product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1059795.8036330643</c:v>
                </c:pt>
                <c:pt idx="1">
                  <c:v>3333.3333333333335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Awareness</c:v>
                </c:pt>
                <c:pt idx="1">
                  <c:v>Consideration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567805.5976822115</c:v>
                </c:pt>
                <c:pt idx="1">
                  <c:v>313537.41868163843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Digital</c:v>
                </c:pt>
                <c:pt idx="1">
                  <c:v>OOH</c:v>
                </c:pt>
                <c:pt idx="2">
                  <c:v>Television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446332.9033638501</c:v>
                </c:pt>
                <c:pt idx="1">
                  <c:v>100000.0</c:v>
                </c:pt>
                <c:pt idx="2">
                  <c:v>335010.113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Brand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881343.0163638501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Awareness</c:v>
                </c:pt>
                <c:pt idx="1">
                  <c:v>Consideration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514586.24671628413</c:v>
                </c:pt>
                <c:pt idx="1">
                  <c:v>134060.74490523254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Digital</c:v>
                </c:pt>
                <c:pt idx="1">
                  <c:v>OOH</c:v>
                </c:pt>
                <c:pt idx="2">
                  <c:v>Television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257982.25828818328</c:v>
                </c:pt>
                <c:pt idx="1">
                  <c:v>108128.51666666666</c:v>
                </c:pt>
                <c:pt idx="2">
                  <c:v>282536.2166666667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Brand</c:v>
                </c:pt>
                <c:pt idx="1">
                  <c:v>Product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266593.2336584842</c:v>
                </c:pt>
                <c:pt idx="1">
                  <c:v>382053.75796303246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Awareness</c:v>
                </c:pt>
                <c:pt idx="1">
                  <c:v>Consideration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234603.40366666665</c:v>
                </c:pt>
                <c:pt idx="1">
                  <c:v>92578.61666666667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Digital</c:v>
                </c:pt>
                <c:pt idx="1">
                  <c:v>OOH</c:v>
                </c:pt>
                <c:pt idx="2">
                  <c:v>Television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102204.7</c:v>
                </c:pt>
                <c:pt idx="1">
                  <c:v>66666.66666666667</c:v>
                </c:pt>
                <c:pt idx="2">
                  <c:v>158310.65366666665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Brand</c:v>
                </c:pt>
                <c:pt idx="1">
                  <c:v>Product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230532.87033333333</c:v>
                </c:pt>
                <c:pt idx="1">
                  <c:v>96649.15000000001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000000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Consideration</c:v>
                </c:pt>
                <c:pt idx="1">
                  <c:v>Awareness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29477.22575516667</c:v>
                </c:pt>
                <c:pt idx="1">
                  <c:v>5455.099999999999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Digital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34932.32575516667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Always On</c:v>
                </c:pt>
                <c:pt idx="1">
                  <c:v>Brand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12999.5970885</c:v>
                </c:pt>
                <c:pt idx="1">
                  <c:v>21932.728666666666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000000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Consideration</c:v>
                </c:pt>
                <c:pt idx="1">
                  <c:v>Awareness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10998.755833333333</c:v>
                </c:pt>
                <c:pt idx="1">
                  <c:v>791.1499999999999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Digital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11789.905833333334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Always On</c:v>
                </c:pt>
                <c:pt idx="1">
                  <c:v>Brand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4034.1058333333335</c:v>
                </c:pt>
                <c:pt idx="1">
                  <c:v>7755.799999999999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Awareness</c:v>
                </c:pt>
                <c:pt idx="1">
                  <c:v>Consideration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1206776.030636</c:v>
                </c:pt>
                <c:pt idx="1">
                  <c:v>448.0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Digital</c:v>
                </c:pt>
                <c:pt idx="1">
                  <c:v>Television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213385.030636</c:v>
                </c:pt>
                <c:pt idx="1">
                  <c:v>993839.0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FBF00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Product</c:v>
                </c:pt>
                <c:pt idx="1">
                  <c:v>Brand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213385.030636</c:v>
                </c:pt>
                <c:pt idx="1">
                  <c:v>993839.0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000000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Consideration</c:v>
                </c:pt>
                <c:pt idx="1">
                  <c:v>Awareness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7293.881488114286</c:v>
                </c:pt>
                <c:pt idx="1">
                  <c:v>896.2778038857143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Digital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8190.159292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Always On</c:v>
                </c:pt>
                <c:pt idx="1">
                  <c:v>Brand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5789.419097257143</c:v>
                </c:pt>
                <c:pt idx="1">
                  <c:v>2400.740194742857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000000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Consideration</c:v>
                </c:pt>
                <c:pt idx="1">
                  <c:v>Awareness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440460.9523809523</c:v>
                </c:pt>
                <c:pt idx="1">
                  <c:v>720507.7940380953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Digital</c:v>
                </c:pt>
                <c:pt idx="1">
                  <c:v>Television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440460.9523809523</c:v>
                </c:pt>
                <c:pt idx="1">
                  <c:v>720507.7940380953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FBF00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Product</c:v>
                </c:pt>
                <c:pt idx="1">
                  <c:v>Brand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440460.9523809523</c:v>
                </c:pt>
                <c:pt idx="1">
                  <c:v>720507.7940380953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Awareness</c:v>
                </c:pt>
                <c:pt idx="1">
                  <c:v>Consideration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480911.13934321736</c:v>
                </c:pt>
                <c:pt idx="1">
                  <c:v>7973.238260869566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Pt>
            <c:idx val="3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Digital</c:v>
                </c:pt>
                <c:pt idx="1">
                  <c:v>OOH</c:v>
                </c:pt>
                <c:pt idx="2">
                  <c:v>RADIO</c:v>
                </c:pt>
                <c:pt idx="3">
                  <c:v>Television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56561.68195191304</c:v>
                </c:pt>
                <c:pt idx="1">
                  <c:v>125043.47826086958</c:v>
                </c:pt>
                <c:pt idx="2">
                  <c:v>34723.91304347826</c:v>
                </c:pt>
                <c:pt idx="3">
                  <c:v>272555.30434782605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Brand</c:v>
                </c:pt>
                <c:pt idx="1">
                  <c:v>Product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402467.8558649565</c:v>
                </c:pt>
                <c:pt idx="1">
                  <c:v>86416.52173913043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Awareness</c:v>
                </c:pt>
                <c:pt idx="1">
                  <c:v>Consideration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480911.13934321736</c:v>
                </c:pt>
                <c:pt idx="1">
                  <c:v>7973.238260869566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Pt>
            <c:idx val="3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Digital</c:v>
                </c:pt>
                <c:pt idx="1">
                  <c:v>OOH</c:v>
                </c:pt>
                <c:pt idx="2">
                  <c:v>RADIO</c:v>
                </c:pt>
                <c:pt idx="3">
                  <c:v>Television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56561.68195191304</c:v>
                </c:pt>
                <c:pt idx="1">
                  <c:v>125043.47826086958</c:v>
                </c:pt>
                <c:pt idx="2">
                  <c:v>34723.91304347826</c:v>
                </c:pt>
                <c:pt idx="3">
                  <c:v>272555.30434782605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Brand</c:v>
                </c:pt>
                <c:pt idx="1">
                  <c:v>Product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402467.8558649565</c:v>
                </c:pt>
                <c:pt idx="1">
                  <c:v>86416.52173913043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Awareness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315880.8695652174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Pt>
            <c:idx val="3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Digital</c:v>
                </c:pt>
                <c:pt idx="1">
                  <c:v>OOH</c:v>
                </c:pt>
                <c:pt idx="2">
                  <c:v>RADIO</c:v>
                </c:pt>
                <c:pt idx="3">
                  <c:v>Television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19782.608695652172</c:v>
                </c:pt>
                <c:pt idx="1">
                  <c:v>78304.34782608696</c:v>
                </c:pt>
                <c:pt idx="2">
                  <c:v>54043.47826086957</c:v>
                </c:pt>
                <c:pt idx="3">
                  <c:v>163750.4347826087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Always On</c:v>
                </c:pt>
                <c:pt idx="1">
                  <c:v>Brand</c:v>
                </c:pt>
                <c:pt idx="2">
                  <c:v>Product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36628.69565217391</c:v>
                </c:pt>
                <c:pt idx="1">
                  <c:v>183055.65217391303</c:v>
                </c:pt>
                <c:pt idx="2">
                  <c:v>96196.52173913043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Awareness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315880.8695652174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Pt>
            <c:idx val="3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Digital</c:v>
                </c:pt>
                <c:pt idx="1">
                  <c:v>OOH</c:v>
                </c:pt>
                <c:pt idx="2">
                  <c:v>RADIO</c:v>
                </c:pt>
                <c:pt idx="3">
                  <c:v>Television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19782.608695652172</c:v>
                </c:pt>
                <c:pt idx="1">
                  <c:v>78304.34782608696</c:v>
                </c:pt>
                <c:pt idx="2">
                  <c:v>54043.47826086957</c:v>
                </c:pt>
                <c:pt idx="3">
                  <c:v>163750.4347826087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Always On</c:v>
                </c:pt>
                <c:pt idx="1">
                  <c:v>Brand</c:v>
                </c:pt>
                <c:pt idx="2">
                  <c:v>Product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36628.69565217391</c:v>
                </c:pt>
                <c:pt idx="1">
                  <c:v>183055.65217391303</c:v>
                </c:pt>
                <c:pt idx="2">
                  <c:v>96196.52173913043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Awareness</c:v>
                </c:pt>
                <c:pt idx="1">
                  <c:v>Consideration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183769.86769565218</c:v>
                </c:pt>
                <c:pt idx="1">
                  <c:v>55165.950739130436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Pt>
            <c:idx val="3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Digital</c:v>
                </c:pt>
                <c:pt idx="1">
                  <c:v>OOH</c:v>
                </c:pt>
                <c:pt idx="2">
                  <c:v>OTHER</c:v>
                </c:pt>
                <c:pt idx="3">
                  <c:v>Television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152075.16626086956</c:v>
                </c:pt>
                <c:pt idx="1">
                  <c:v>31652.17391304348</c:v>
                </c:pt>
                <c:pt idx="2">
                  <c:v>13138.91304347826</c:v>
                </c:pt>
                <c:pt idx="3">
                  <c:v>42069.565217391304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Brand</c:v>
                </c:pt>
                <c:pt idx="1">
                  <c:v>Product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165643.22173913044</c:v>
                </c:pt>
                <c:pt idx="1">
                  <c:v>73292.59669565217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Awareness</c:v>
                </c:pt>
                <c:pt idx="1">
                  <c:v>Consideration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183769.86769565218</c:v>
                </c:pt>
                <c:pt idx="1">
                  <c:v>55165.950739130436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Pt>
            <c:idx val="2"/>
            <c:spPr>
              <a:solidFill>
                <a:srgbClr val="FFBF00"/>
              </a:solidFill>
            </c:spPr>
          </c:dPt>
          <c:dPt>
            <c:idx val="3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Digital</c:v>
                </c:pt>
                <c:pt idx="1">
                  <c:v>OOH</c:v>
                </c:pt>
                <c:pt idx="2">
                  <c:v>OTHER</c:v>
                </c:pt>
                <c:pt idx="3">
                  <c:v>Television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152075.16626086956</c:v>
                </c:pt>
                <c:pt idx="1">
                  <c:v>31652.17391304348</c:v>
                </c:pt>
                <c:pt idx="2">
                  <c:v>13138.91304347826</c:v>
                </c:pt>
                <c:pt idx="3">
                  <c:v>42069.565217391304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Pt>
            <c:idx val="1"/>
            <c:spPr>
              <a:solidFill>
                <a:srgbClr val="FFBF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Brand</c:v>
                </c:pt>
                <c:pt idx="1">
                  <c:v>Product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165643.22173913044</c:v>
                </c:pt>
                <c:pt idx="1">
                  <c:v>73292.59669565217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000000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Awareness</c:v>
                </c:pt>
                <c:pt idx="1">
                  <c:v>Consideration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8593.41354253308</c:v>
                </c:pt>
                <c:pt idx="1">
                  <c:v>13145.718335510397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Digital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21739.131878043478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Brand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21739.131878043478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000000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Consideration</c:v>
                </c:pt>
                <c:pt idx="1">
                  <c:v>Awareness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12345.748357307994</c:v>
                </c:pt>
                <c:pt idx="1">
                  <c:v>5637.269565217392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Digital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17983.01792252538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Always On</c:v>
                </c:pt>
                <c:pt idx="1">
                  <c:v>Brand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4546.391661655819</c:v>
                </c:pt>
                <c:pt idx="1">
                  <c:v>13436.626260869567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000000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Consideration</c:v>
                </c:pt>
                <c:pt idx="1">
                  <c:v>Awareness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11794.852391489194</c:v>
                </c:pt>
                <c:pt idx="1">
                  <c:v>4508.508695652174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Digital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16303.361087141368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Always On</c:v>
                </c:pt>
                <c:pt idx="1">
                  <c:v>Brand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8210.921956706587</c:v>
                </c:pt>
                <c:pt idx="1">
                  <c:v>8092.439130434783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Awareness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463396.35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Television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463396.35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Brand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463396.35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Awareness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323486.559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Television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323486.559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Brand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323486.559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Awareness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300837.8625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Television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300837.8625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Brand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300837.8625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000000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Consideration</c:v>
                </c:pt>
                <c:pt idx="1">
                  <c:v>Awareness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6628.0</c:v>
                </c:pt>
                <c:pt idx="1">
                  <c:v>2725.0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Digital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9353.0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Brand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9353.0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Awareness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98641.95043478262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Pt>
            <c:idx val="1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RADIO</c:v>
                </c:pt>
                <c:pt idx="1">
                  <c:v>Television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39825.82608695653</c:v>
                </c:pt>
                <c:pt idx="1">
                  <c:v>58816.12434782609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Always On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98641.95043478262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FUNNEL STAGE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Awareness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28407.72968688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MEDIA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71D48D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Television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28407.72968688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>
            <a:noAutofit/>
          </a:bodyPr>
          <a:lstStyle/>
          <a:p>
            <a:r>
              <a:rPr sz="800" b="0">
                <a:solidFill>
                  <a:srgbClr val="000000"/>
                </a:solidFill>
                <a:latin typeface="Calibri"/>
              </a:rPr>
              <a:t>BUDGET BY CAMPAIGN TYPE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spPr>
              <a:solidFill>
                <a:srgbClr val="FDF2B7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600" b="0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Brand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28407.72968688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600" b="0">
              <a:solidFill>
                <a:srgbClr val="00000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13F8611-B9FC-0A77-C0D4-C19E58083A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106253" tIns="53127" rIns="106253" bIns="53127" rtlCol="0"/>
          <a:lstStyle>
            <a:lvl1pPr algn="l">
              <a:defRPr sz="14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E78752-7343-EA6A-DBD2-8E3035D13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4854" y="0"/>
            <a:ext cx="2918831" cy="495029"/>
          </a:xfrm>
          <a:prstGeom prst="rect">
            <a:avLst/>
          </a:prstGeom>
        </p:spPr>
        <p:txBody>
          <a:bodyPr vert="horz" lIns="106253" tIns="53127" rIns="106253" bIns="53127" rtlCol="0"/>
          <a:lstStyle>
            <a:lvl1pPr algn="r">
              <a:defRPr sz="1400"/>
            </a:lvl1pPr>
          </a:lstStyle>
          <a:p>
            <a:fld id="{B7D59C00-A96F-4E2B-9B9F-891203D0A33B}" type="datetimeFigureOut">
              <a:rPr lang="en-GB" smtClean="0"/>
              <a:t>23/05/2025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EA6B0C-8E97-5F5E-F996-9D34D6B9D8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106253" tIns="53127" rIns="106253" bIns="53127" rtlCol="0" anchor="b"/>
          <a:lstStyle>
            <a:lvl1pPr algn="l">
              <a:defRPr sz="14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9EF5A8-1FA3-09B5-ADA1-42EF490232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4854" y="9371286"/>
            <a:ext cx="2918831" cy="495028"/>
          </a:xfrm>
          <a:prstGeom prst="rect">
            <a:avLst/>
          </a:prstGeom>
        </p:spPr>
        <p:txBody>
          <a:bodyPr vert="horz" lIns="106253" tIns="53127" rIns="106253" bIns="53127" rtlCol="0" anchor="b"/>
          <a:lstStyle>
            <a:lvl1pPr algn="r">
              <a:defRPr sz="1400"/>
            </a:lvl1pPr>
          </a:lstStyle>
          <a:p>
            <a:fld id="{9245FB09-0522-4328-BB87-243FEF7FA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18838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5147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7E390-9569-3C29-4919-8E53A8559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6910" y="4869432"/>
            <a:ext cx="223200" cy="223200"/>
          </a:xfrm>
          <a:prstGeom prst="ellipse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6FBFAED-7A3A-4542-8AAB-70678FB3D8A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Placeholder">
            <a:extLst>
              <a:ext uri="{FF2B5EF4-FFF2-40B4-BE49-F238E27FC236}">
                <a16:creationId xmlns:a16="http://schemas.microsoft.com/office/drawing/2014/main" id="{FA970A60-AFD7-6C70-C8E3-8311513E9167}"/>
              </a:ext>
            </a:extLst>
          </p:cNvPr>
          <p:cNvSpPr txBox="1"/>
          <p:nvPr userDrawn="1"/>
        </p:nvSpPr>
        <p:spPr>
          <a:xfrm>
            <a:off x="168053" y="281328"/>
            <a:ext cx="2699308" cy="338554"/>
          </a:xfrm>
          <a:prstGeom prst="rect">
            <a:avLst/>
          </a:prstGeom>
          <a:solidFill>
            <a:srgbClr val="38EC04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000000"/>
                </a:solidFill>
                <a:latin typeface="Calibri"/>
              </a:defRPr>
            </a:pP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levisionLegendColor">
            <a:extLst>
              <a:ext uri="{FF2B5EF4-FFF2-40B4-BE49-F238E27FC236}">
                <a16:creationId xmlns:a16="http://schemas.microsoft.com/office/drawing/2014/main" id="{E9307F6B-91EE-99FC-E0C2-DACC745613BB}"/>
              </a:ext>
            </a:extLst>
          </p:cNvPr>
          <p:cNvSpPr/>
          <p:nvPr userDrawn="1"/>
        </p:nvSpPr>
        <p:spPr>
          <a:xfrm>
            <a:off x="6076333" y="400519"/>
            <a:ext cx="236561" cy="127379"/>
          </a:xfrm>
          <a:prstGeom prst="rect">
            <a:avLst/>
          </a:prstGeom>
          <a:solidFill>
            <a:srgbClr val="71D48D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15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levisionLegendText">
            <a:extLst>
              <a:ext uri="{FF2B5EF4-FFF2-40B4-BE49-F238E27FC236}">
                <a16:creationId xmlns:a16="http://schemas.microsoft.com/office/drawing/2014/main" id="{E1FFED5C-1949-28BB-F97E-FC71C7A1AFA2}"/>
              </a:ext>
            </a:extLst>
          </p:cNvPr>
          <p:cNvSpPr txBox="1"/>
          <p:nvPr userDrawn="1"/>
        </p:nvSpPr>
        <p:spPr>
          <a:xfrm>
            <a:off x="6255086" y="370662"/>
            <a:ext cx="5597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Television</a:t>
            </a:r>
            <a:endParaRPr kumimoji="0" lang="en-150" sz="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DigitalLegendColor">
            <a:extLst>
              <a:ext uri="{FF2B5EF4-FFF2-40B4-BE49-F238E27FC236}">
                <a16:creationId xmlns:a16="http://schemas.microsoft.com/office/drawing/2014/main" id="{CFA8EF3D-2AC5-874D-01BB-CF32CED94C98}"/>
              </a:ext>
            </a:extLst>
          </p:cNvPr>
          <p:cNvSpPr/>
          <p:nvPr userDrawn="1"/>
        </p:nvSpPr>
        <p:spPr>
          <a:xfrm>
            <a:off x="6823999" y="410556"/>
            <a:ext cx="236561" cy="127379"/>
          </a:xfrm>
          <a:prstGeom prst="rect">
            <a:avLst/>
          </a:prstGeom>
          <a:solidFill>
            <a:srgbClr val="FDF2B7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15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DigitalLegendText">
            <a:extLst>
              <a:ext uri="{FF2B5EF4-FFF2-40B4-BE49-F238E27FC236}">
                <a16:creationId xmlns:a16="http://schemas.microsoft.com/office/drawing/2014/main" id="{9BACC63B-2448-8DE1-14DC-E10308577D61}"/>
              </a:ext>
            </a:extLst>
          </p:cNvPr>
          <p:cNvSpPr txBox="1"/>
          <p:nvPr userDrawn="1"/>
        </p:nvSpPr>
        <p:spPr>
          <a:xfrm>
            <a:off x="7002752" y="380699"/>
            <a:ext cx="42672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</a:t>
            </a:r>
            <a:endParaRPr kumimoji="0" lang="en-150" sz="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OOHLegendColor">
            <a:extLst>
              <a:ext uri="{FF2B5EF4-FFF2-40B4-BE49-F238E27FC236}">
                <a16:creationId xmlns:a16="http://schemas.microsoft.com/office/drawing/2014/main" id="{BC81A909-ADA2-275B-0DC3-84195E91A3EE}"/>
              </a:ext>
            </a:extLst>
          </p:cNvPr>
          <p:cNvSpPr/>
          <p:nvPr userDrawn="1"/>
        </p:nvSpPr>
        <p:spPr>
          <a:xfrm>
            <a:off x="7494578" y="410556"/>
            <a:ext cx="236561" cy="127379"/>
          </a:xfrm>
          <a:prstGeom prst="rect">
            <a:avLst/>
          </a:prstGeom>
          <a:solidFill>
            <a:srgbClr val="FFBF0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15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OOHLegendText">
            <a:extLst>
              <a:ext uri="{FF2B5EF4-FFF2-40B4-BE49-F238E27FC236}">
                <a16:creationId xmlns:a16="http://schemas.microsoft.com/office/drawing/2014/main" id="{C4475D64-4895-6FFB-B61C-5C05BDF7FE03}"/>
              </a:ext>
            </a:extLst>
          </p:cNvPr>
          <p:cNvSpPr txBox="1"/>
          <p:nvPr userDrawn="1"/>
        </p:nvSpPr>
        <p:spPr>
          <a:xfrm>
            <a:off x="7673331" y="380699"/>
            <a:ext cx="35939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OOH</a:t>
            </a:r>
            <a:endParaRPr kumimoji="0" lang="en-150" sz="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OtherLegendColor">
            <a:extLst>
              <a:ext uri="{FF2B5EF4-FFF2-40B4-BE49-F238E27FC236}">
                <a16:creationId xmlns:a16="http://schemas.microsoft.com/office/drawing/2014/main" id="{A30F6BC4-0A19-F868-5DC9-B29F4453D519}"/>
              </a:ext>
            </a:extLst>
          </p:cNvPr>
          <p:cNvSpPr/>
          <p:nvPr userDrawn="1"/>
        </p:nvSpPr>
        <p:spPr>
          <a:xfrm>
            <a:off x="8106975" y="410556"/>
            <a:ext cx="236561" cy="127379"/>
          </a:xfrm>
          <a:prstGeom prst="rect">
            <a:avLst/>
          </a:prstGeom>
          <a:solidFill>
            <a:srgbClr val="B0D3F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15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OtherLegendText">
            <a:extLst>
              <a:ext uri="{FF2B5EF4-FFF2-40B4-BE49-F238E27FC236}">
                <a16:creationId xmlns:a16="http://schemas.microsoft.com/office/drawing/2014/main" id="{4A64FDB7-B83B-5A0A-50A7-1E775CA2D325}"/>
              </a:ext>
            </a:extLst>
          </p:cNvPr>
          <p:cNvSpPr txBox="1"/>
          <p:nvPr userDrawn="1"/>
        </p:nvSpPr>
        <p:spPr>
          <a:xfrm>
            <a:off x="8285728" y="380699"/>
            <a:ext cx="4010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</a:t>
            </a:r>
            <a:endParaRPr kumimoji="0" lang="en-150" sz="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2506CD6-828D-DF8A-803F-F22FD77B98C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07070983"/>
              </p:ext>
            </p:extLst>
          </p:nvPr>
        </p:nvGraphicFramePr>
        <p:xfrm>
          <a:off x="168053" y="1118046"/>
          <a:ext cx="834327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897">
                  <a:extLst>
                    <a:ext uri="{9D8B030D-6E8A-4147-A177-3AD203B41FA5}">
                      <a16:colId xmlns:a16="http://schemas.microsoft.com/office/drawing/2014/main" val="3501560713"/>
                    </a:ext>
                  </a:extLst>
                </a:gridCol>
                <a:gridCol w="1191897">
                  <a:extLst>
                    <a:ext uri="{9D8B030D-6E8A-4147-A177-3AD203B41FA5}">
                      <a16:colId xmlns:a16="http://schemas.microsoft.com/office/drawing/2014/main" val="2016921908"/>
                    </a:ext>
                  </a:extLst>
                </a:gridCol>
                <a:gridCol w="1191897">
                  <a:extLst>
                    <a:ext uri="{9D8B030D-6E8A-4147-A177-3AD203B41FA5}">
                      <a16:colId xmlns:a16="http://schemas.microsoft.com/office/drawing/2014/main" val="3224385178"/>
                    </a:ext>
                  </a:extLst>
                </a:gridCol>
                <a:gridCol w="1191897">
                  <a:extLst>
                    <a:ext uri="{9D8B030D-6E8A-4147-A177-3AD203B41FA5}">
                      <a16:colId xmlns:a16="http://schemas.microsoft.com/office/drawing/2014/main" val="3663585671"/>
                    </a:ext>
                  </a:extLst>
                </a:gridCol>
                <a:gridCol w="1191897">
                  <a:extLst>
                    <a:ext uri="{9D8B030D-6E8A-4147-A177-3AD203B41FA5}">
                      <a16:colId xmlns:a16="http://schemas.microsoft.com/office/drawing/2014/main" val="1882446618"/>
                    </a:ext>
                  </a:extLst>
                </a:gridCol>
                <a:gridCol w="1191897">
                  <a:extLst>
                    <a:ext uri="{9D8B030D-6E8A-4147-A177-3AD203B41FA5}">
                      <a16:colId xmlns:a16="http://schemas.microsoft.com/office/drawing/2014/main" val="1756589229"/>
                    </a:ext>
                  </a:extLst>
                </a:gridCol>
                <a:gridCol w="1191897">
                  <a:extLst>
                    <a:ext uri="{9D8B030D-6E8A-4147-A177-3AD203B41FA5}">
                      <a16:colId xmlns:a16="http://schemas.microsoft.com/office/drawing/2014/main" val="869534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357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47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51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84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546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150" sz="600" dirty="0">
                        <a:latin typeface="Calibri (Body)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252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26010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9767CAB-9569-C38C-A2EA-C5A99FD652C5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>
              <a:gd name="connsiteX0" fmla="*/ 244368 w 9144000"/>
              <a:gd name="connsiteY0" fmla="*/ 50868 h 5143500"/>
              <a:gd name="connsiteX1" fmla="*/ 53890 w 9144000"/>
              <a:gd name="connsiteY1" fmla="*/ 241346 h 5143500"/>
              <a:gd name="connsiteX2" fmla="*/ 53890 w 9144000"/>
              <a:gd name="connsiteY2" fmla="*/ 4902154 h 5143500"/>
              <a:gd name="connsiteX3" fmla="*/ 244368 w 9144000"/>
              <a:gd name="connsiteY3" fmla="*/ 5092632 h 5143500"/>
              <a:gd name="connsiteX4" fmla="*/ 8616536 w 9144000"/>
              <a:gd name="connsiteY4" fmla="*/ 5092632 h 5143500"/>
              <a:gd name="connsiteX5" fmla="*/ 8807014 w 9144000"/>
              <a:gd name="connsiteY5" fmla="*/ 4902154 h 5143500"/>
              <a:gd name="connsiteX6" fmla="*/ 8807014 w 9144000"/>
              <a:gd name="connsiteY6" fmla="*/ 241346 h 5143500"/>
              <a:gd name="connsiteX7" fmla="*/ 8616536 w 9144000"/>
              <a:gd name="connsiteY7" fmla="*/ 50868 h 5143500"/>
              <a:gd name="connsiteX8" fmla="*/ 0 w 9144000"/>
              <a:gd name="connsiteY8" fmla="*/ 0 h 5143500"/>
              <a:gd name="connsiteX9" fmla="*/ 9144000 w 9144000"/>
              <a:gd name="connsiteY9" fmla="*/ 0 h 5143500"/>
              <a:gd name="connsiteX10" fmla="*/ 9144000 w 9144000"/>
              <a:gd name="connsiteY10" fmla="*/ 5143500 h 5143500"/>
              <a:gd name="connsiteX11" fmla="*/ 0 w 9144000"/>
              <a:gd name="connsiteY11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144000" h="5143500">
                <a:moveTo>
                  <a:pt x="244368" y="50868"/>
                </a:moveTo>
                <a:cubicBezTo>
                  <a:pt x="139170" y="50868"/>
                  <a:pt x="53890" y="136148"/>
                  <a:pt x="53890" y="241346"/>
                </a:cubicBezTo>
                <a:lnTo>
                  <a:pt x="53890" y="4902154"/>
                </a:lnTo>
                <a:cubicBezTo>
                  <a:pt x="53890" y="5007352"/>
                  <a:pt x="139170" y="5092632"/>
                  <a:pt x="244368" y="5092632"/>
                </a:cubicBezTo>
                <a:lnTo>
                  <a:pt x="8616536" y="5092632"/>
                </a:lnTo>
                <a:cubicBezTo>
                  <a:pt x="8721734" y="5092632"/>
                  <a:pt x="8807014" y="5007352"/>
                  <a:pt x="8807014" y="4902154"/>
                </a:cubicBezTo>
                <a:lnTo>
                  <a:pt x="8807014" y="241346"/>
                </a:lnTo>
                <a:cubicBezTo>
                  <a:pt x="8807014" y="136148"/>
                  <a:pt x="8721734" y="50868"/>
                  <a:pt x="8616536" y="50868"/>
                </a:cubicBez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23553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8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38" userDrawn="1">
          <p15:clr>
            <a:srgbClr val="F26B43"/>
          </p15:clr>
        </p15:guide>
        <p15:guide id="2" pos="2789" userDrawn="1">
          <p15:clr>
            <a:srgbClr val="F26B43"/>
          </p15:clr>
        </p15:guide>
        <p15:guide id="3" orient="horz" pos="781" userDrawn="1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chart" Target="../charts/char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6.xml"/><Relationship Id="rId3" Type="http://schemas.openxmlformats.org/officeDocument/2006/relationships/chart" Target="../charts/chart17.xml"/><Relationship Id="rId4" Type="http://schemas.openxmlformats.org/officeDocument/2006/relationships/chart" Target="../charts/chart1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9.xml"/><Relationship Id="rId3" Type="http://schemas.openxmlformats.org/officeDocument/2006/relationships/chart" Target="../charts/chart20.xml"/><Relationship Id="rId4" Type="http://schemas.openxmlformats.org/officeDocument/2006/relationships/chart" Target="../charts/chart2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2.xml"/><Relationship Id="rId3" Type="http://schemas.openxmlformats.org/officeDocument/2006/relationships/chart" Target="../charts/chart23.xml"/><Relationship Id="rId4" Type="http://schemas.openxmlformats.org/officeDocument/2006/relationships/chart" Target="../charts/chart2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5.xml"/><Relationship Id="rId3" Type="http://schemas.openxmlformats.org/officeDocument/2006/relationships/chart" Target="../charts/chart26.xml"/><Relationship Id="rId4" Type="http://schemas.openxmlformats.org/officeDocument/2006/relationships/chart" Target="../charts/chart2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8.xml"/><Relationship Id="rId3" Type="http://schemas.openxmlformats.org/officeDocument/2006/relationships/chart" Target="../charts/chart29.xml"/><Relationship Id="rId4" Type="http://schemas.openxmlformats.org/officeDocument/2006/relationships/chart" Target="../charts/chart3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1.xml"/><Relationship Id="rId3" Type="http://schemas.openxmlformats.org/officeDocument/2006/relationships/chart" Target="../charts/chart32.xml"/><Relationship Id="rId4" Type="http://schemas.openxmlformats.org/officeDocument/2006/relationships/chart" Target="../charts/chart3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4.xml"/><Relationship Id="rId3" Type="http://schemas.openxmlformats.org/officeDocument/2006/relationships/chart" Target="../charts/chart35.xml"/><Relationship Id="rId4" Type="http://schemas.openxmlformats.org/officeDocument/2006/relationships/chart" Target="../charts/chart3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7.xml"/><Relationship Id="rId3" Type="http://schemas.openxmlformats.org/officeDocument/2006/relationships/chart" Target="../charts/chart38.xml"/><Relationship Id="rId4" Type="http://schemas.openxmlformats.org/officeDocument/2006/relationships/chart" Target="../charts/chart3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0.xml"/><Relationship Id="rId3" Type="http://schemas.openxmlformats.org/officeDocument/2006/relationships/chart" Target="../charts/chart41.xml"/><Relationship Id="rId4" Type="http://schemas.openxmlformats.org/officeDocument/2006/relationships/chart" Target="../charts/chart4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3.xml"/><Relationship Id="rId3" Type="http://schemas.openxmlformats.org/officeDocument/2006/relationships/chart" Target="../charts/chart44.xml"/><Relationship Id="rId4" Type="http://schemas.openxmlformats.org/officeDocument/2006/relationships/chart" Target="../charts/chart4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6.xml"/><Relationship Id="rId3" Type="http://schemas.openxmlformats.org/officeDocument/2006/relationships/chart" Target="../charts/chart47.xml"/><Relationship Id="rId4" Type="http://schemas.openxmlformats.org/officeDocument/2006/relationships/chart" Target="../charts/chart4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9.xml"/><Relationship Id="rId3" Type="http://schemas.openxmlformats.org/officeDocument/2006/relationships/chart" Target="../charts/chart50.xml"/><Relationship Id="rId4" Type="http://schemas.openxmlformats.org/officeDocument/2006/relationships/chart" Target="../charts/chart5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2.xml"/><Relationship Id="rId3" Type="http://schemas.openxmlformats.org/officeDocument/2006/relationships/chart" Target="../charts/chart53.xml"/><Relationship Id="rId4" Type="http://schemas.openxmlformats.org/officeDocument/2006/relationships/chart" Target="../charts/chart5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5.xml"/><Relationship Id="rId3" Type="http://schemas.openxmlformats.org/officeDocument/2006/relationships/chart" Target="../charts/chart56.xml"/><Relationship Id="rId4" Type="http://schemas.openxmlformats.org/officeDocument/2006/relationships/chart" Target="../charts/chart5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8.xml"/><Relationship Id="rId3" Type="http://schemas.openxmlformats.org/officeDocument/2006/relationships/chart" Target="../charts/chart59.xml"/><Relationship Id="rId4" Type="http://schemas.openxmlformats.org/officeDocument/2006/relationships/chart" Target="../charts/chart6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61.xml"/><Relationship Id="rId3" Type="http://schemas.openxmlformats.org/officeDocument/2006/relationships/chart" Target="../charts/chart62.xml"/><Relationship Id="rId4" Type="http://schemas.openxmlformats.org/officeDocument/2006/relationships/chart" Target="../charts/chart6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64.xml"/><Relationship Id="rId3" Type="http://schemas.openxmlformats.org/officeDocument/2006/relationships/chart" Target="../charts/chart65.xml"/><Relationship Id="rId4" Type="http://schemas.openxmlformats.org/officeDocument/2006/relationships/chart" Target="../charts/chart6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67.xml"/><Relationship Id="rId3" Type="http://schemas.openxmlformats.org/officeDocument/2006/relationships/chart" Target="../charts/chart68.xml"/><Relationship Id="rId4" Type="http://schemas.openxmlformats.org/officeDocument/2006/relationships/chart" Target="../charts/chart6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70.xml"/><Relationship Id="rId3" Type="http://schemas.openxmlformats.org/officeDocument/2006/relationships/chart" Target="../charts/chart71.xml"/><Relationship Id="rId4" Type="http://schemas.openxmlformats.org/officeDocument/2006/relationships/chart" Target="../charts/chart7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73.xml"/><Relationship Id="rId3" Type="http://schemas.openxmlformats.org/officeDocument/2006/relationships/chart" Target="../charts/chart74.xml"/><Relationship Id="rId4" Type="http://schemas.openxmlformats.org/officeDocument/2006/relationships/chart" Target="../charts/chart7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76.xml"/><Relationship Id="rId3" Type="http://schemas.openxmlformats.org/officeDocument/2006/relationships/chart" Target="../charts/chart77.xml"/><Relationship Id="rId4" Type="http://schemas.openxmlformats.org/officeDocument/2006/relationships/chart" Target="../charts/chart7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79.xml"/><Relationship Id="rId3" Type="http://schemas.openxmlformats.org/officeDocument/2006/relationships/chart" Target="../charts/chart80.xml"/><Relationship Id="rId4" Type="http://schemas.openxmlformats.org/officeDocument/2006/relationships/chart" Target="../charts/chart8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82.xml"/><Relationship Id="rId3" Type="http://schemas.openxmlformats.org/officeDocument/2006/relationships/chart" Target="../charts/chart83.xml"/><Relationship Id="rId4" Type="http://schemas.openxmlformats.org/officeDocument/2006/relationships/chart" Target="../charts/chart8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85.xml"/><Relationship Id="rId3" Type="http://schemas.openxmlformats.org/officeDocument/2006/relationships/chart" Target="../charts/chart86.xml"/><Relationship Id="rId4" Type="http://schemas.openxmlformats.org/officeDocument/2006/relationships/chart" Target="../charts/chart8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88.xml"/><Relationship Id="rId3" Type="http://schemas.openxmlformats.org/officeDocument/2006/relationships/chart" Target="../charts/chart89.xml"/><Relationship Id="rId4" Type="http://schemas.openxmlformats.org/officeDocument/2006/relationships/chart" Target="../charts/chart9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91.xml"/><Relationship Id="rId3" Type="http://schemas.openxmlformats.org/officeDocument/2006/relationships/chart" Target="../charts/chart92.xml"/><Relationship Id="rId4" Type="http://schemas.openxmlformats.org/officeDocument/2006/relationships/chart" Target="../charts/chart9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94.xml"/><Relationship Id="rId3" Type="http://schemas.openxmlformats.org/officeDocument/2006/relationships/chart" Target="../charts/chart95.xml"/><Relationship Id="rId4" Type="http://schemas.openxmlformats.org/officeDocument/2006/relationships/chart" Target="../charts/chart9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97.xml"/><Relationship Id="rId3" Type="http://schemas.openxmlformats.org/officeDocument/2006/relationships/chart" Target="../charts/chart98.xml"/><Relationship Id="rId4" Type="http://schemas.openxmlformats.org/officeDocument/2006/relationships/chart" Target="../charts/chart9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00.xml"/><Relationship Id="rId3" Type="http://schemas.openxmlformats.org/officeDocument/2006/relationships/chart" Target="../charts/chart101.xml"/><Relationship Id="rId4" Type="http://schemas.openxmlformats.org/officeDocument/2006/relationships/chart" Target="../charts/chart10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03.xml"/><Relationship Id="rId3" Type="http://schemas.openxmlformats.org/officeDocument/2006/relationships/chart" Target="../charts/chart104.xml"/><Relationship Id="rId4" Type="http://schemas.openxmlformats.org/officeDocument/2006/relationships/chart" Target="../charts/chart10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06.xml"/><Relationship Id="rId3" Type="http://schemas.openxmlformats.org/officeDocument/2006/relationships/chart" Target="../charts/chart107.xml"/><Relationship Id="rId4" Type="http://schemas.openxmlformats.org/officeDocument/2006/relationships/chart" Target="../charts/chart10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09.xml"/><Relationship Id="rId3" Type="http://schemas.openxmlformats.org/officeDocument/2006/relationships/chart" Target="../charts/chart110.xml"/><Relationship Id="rId4" Type="http://schemas.openxmlformats.org/officeDocument/2006/relationships/chart" Target="../charts/chart11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12.xml"/><Relationship Id="rId3" Type="http://schemas.openxmlformats.org/officeDocument/2006/relationships/chart" Target="../charts/chart113.xml"/><Relationship Id="rId4" Type="http://schemas.openxmlformats.org/officeDocument/2006/relationships/chart" Target="../charts/chart11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15.xml"/><Relationship Id="rId3" Type="http://schemas.openxmlformats.org/officeDocument/2006/relationships/chart" Target="../charts/chart116.xml"/><Relationship Id="rId4" Type="http://schemas.openxmlformats.org/officeDocument/2006/relationships/chart" Target="../charts/chart11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18.xml"/><Relationship Id="rId3" Type="http://schemas.openxmlformats.org/officeDocument/2006/relationships/chart" Target="../charts/chart119.xml"/><Relationship Id="rId4" Type="http://schemas.openxmlformats.org/officeDocument/2006/relationships/chart" Target="../charts/chart12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21.xml"/><Relationship Id="rId3" Type="http://schemas.openxmlformats.org/officeDocument/2006/relationships/chart" Target="../charts/chart122.xml"/><Relationship Id="rId4" Type="http://schemas.openxmlformats.org/officeDocument/2006/relationships/chart" Target="../charts/chart12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24.xml"/><Relationship Id="rId3" Type="http://schemas.openxmlformats.org/officeDocument/2006/relationships/chart" Target="../charts/chart125.xml"/><Relationship Id="rId4" Type="http://schemas.openxmlformats.org/officeDocument/2006/relationships/chart" Target="../charts/chart12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27.xml"/><Relationship Id="rId3" Type="http://schemas.openxmlformats.org/officeDocument/2006/relationships/chart" Target="../charts/chart128.xml"/><Relationship Id="rId4" Type="http://schemas.openxmlformats.org/officeDocument/2006/relationships/chart" Target="../charts/chart12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30.xml"/><Relationship Id="rId3" Type="http://schemas.openxmlformats.org/officeDocument/2006/relationships/chart" Target="../charts/chart131.xml"/><Relationship Id="rId4" Type="http://schemas.openxmlformats.org/officeDocument/2006/relationships/chart" Target="../charts/chart13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33.xml"/><Relationship Id="rId3" Type="http://schemas.openxmlformats.org/officeDocument/2006/relationships/chart" Target="../charts/chart134.xml"/><Relationship Id="rId4" Type="http://schemas.openxmlformats.org/officeDocument/2006/relationships/chart" Target="../charts/chart13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36.xml"/><Relationship Id="rId3" Type="http://schemas.openxmlformats.org/officeDocument/2006/relationships/chart" Target="../charts/chart137.xml"/><Relationship Id="rId4" Type="http://schemas.openxmlformats.org/officeDocument/2006/relationships/chart" Target="../charts/chart13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39.xml"/><Relationship Id="rId3" Type="http://schemas.openxmlformats.org/officeDocument/2006/relationships/chart" Target="../charts/chart140.xml"/><Relationship Id="rId4" Type="http://schemas.openxmlformats.org/officeDocument/2006/relationships/chart" Target="../charts/chart14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42.xml"/><Relationship Id="rId3" Type="http://schemas.openxmlformats.org/officeDocument/2006/relationships/chart" Target="../charts/chart143.xml"/><Relationship Id="rId4" Type="http://schemas.openxmlformats.org/officeDocument/2006/relationships/chart" Target="../charts/chart14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45.xml"/><Relationship Id="rId3" Type="http://schemas.openxmlformats.org/officeDocument/2006/relationships/chart" Target="../charts/chart146.xml"/><Relationship Id="rId4" Type="http://schemas.openxmlformats.org/officeDocument/2006/relationships/chart" Target="../charts/chart14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48.xml"/><Relationship Id="rId3" Type="http://schemas.openxmlformats.org/officeDocument/2006/relationships/chart" Target="../charts/chart149.xml"/><Relationship Id="rId4" Type="http://schemas.openxmlformats.org/officeDocument/2006/relationships/chart" Target="../charts/chart1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51.xml"/><Relationship Id="rId3" Type="http://schemas.openxmlformats.org/officeDocument/2006/relationships/chart" Target="../charts/chart152.xml"/><Relationship Id="rId4" Type="http://schemas.openxmlformats.org/officeDocument/2006/relationships/chart" Target="../charts/chart15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54.xml"/><Relationship Id="rId3" Type="http://schemas.openxmlformats.org/officeDocument/2006/relationships/chart" Target="../charts/chart155.xml"/><Relationship Id="rId4" Type="http://schemas.openxmlformats.org/officeDocument/2006/relationships/chart" Target="../charts/chart15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57.xml"/><Relationship Id="rId3" Type="http://schemas.openxmlformats.org/officeDocument/2006/relationships/chart" Target="../charts/chart158.xml"/><Relationship Id="rId4" Type="http://schemas.openxmlformats.org/officeDocument/2006/relationships/chart" Target="../charts/chart15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60.xml"/><Relationship Id="rId3" Type="http://schemas.openxmlformats.org/officeDocument/2006/relationships/chart" Target="../charts/chart161.xml"/><Relationship Id="rId4" Type="http://schemas.openxmlformats.org/officeDocument/2006/relationships/chart" Target="../charts/chart16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63.xml"/><Relationship Id="rId3" Type="http://schemas.openxmlformats.org/officeDocument/2006/relationships/chart" Target="../charts/chart164.xml"/><Relationship Id="rId4" Type="http://schemas.openxmlformats.org/officeDocument/2006/relationships/chart" Target="../charts/chart16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66.xml"/><Relationship Id="rId3" Type="http://schemas.openxmlformats.org/officeDocument/2006/relationships/chart" Target="../charts/chart167.xml"/><Relationship Id="rId4" Type="http://schemas.openxmlformats.org/officeDocument/2006/relationships/chart" Target="../charts/chart16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69.xml"/><Relationship Id="rId3" Type="http://schemas.openxmlformats.org/officeDocument/2006/relationships/chart" Target="../charts/chart170.xml"/><Relationship Id="rId4" Type="http://schemas.openxmlformats.org/officeDocument/2006/relationships/chart" Target="../charts/chart17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72.xml"/><Relationship Id="rId3" Type="http://schemas.openxmlformats.org/officeDocument/2006/relationships/chart" Target="../charts/chart173.xml"/><Relationship Id="rId4" Type="http://schemas.openxmlformats.org/officeDocument/2006/relationships/chart" Target="../charts/chart17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75.xml"/><Relationship Id="rId3" Type="http://schemas.openxmlformats.org/officeDocument/2006/relationships/chart" Target="../charts/chart176.xml"/><Relationship Id="rId4" Type="http://schemas.openxmlformats.org/officeDocument/2006/relationships/chart" Target="../charts/chart17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78.xml"/><Relationship Id="rId3" Type="http://schemas.openxmlformats.org/officeDocument/2006/relationships/chart" Target="../charts/chart179.xml"/><Relationship Id="rId4" Type="http://schemas.openxmlformats.org/officeDocument/2006/relationships/chart" Target="../charts/chart18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81.xml"/><Relationship Id="rId3" Type="http://schemas.openxmlformats.org/officeDocument/2006/relationships/chart" Target="../charts/chart182.xml"/><Relationship Id="rId4" Type="http://schemas.openxmlformats.org/officeDocument/2006/relationships/chart" Target="../charts/chart18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84.xml"/><Relationship Id="rId3" Type="http://schemas.openxmlformats.org/officeDocument/2006/relationships/chart" Target="../charts/chart185.xml"/><Relationship Id="rId4" Type="http://schemas.openxmlformats.org/officeDocument/2006/relationships/chart" Target="../charts/chart18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87.xml"/><Relationship Id="rId3" Type="http://schemas.openxmlformats.org/officeDocument/2006/relationships/chart" Target="../charts/chart188.xml"/><Relationship Id="rId4" Type="http://schemas.openxmlformats.org/officeDocument/2006/relationships/chart" Target="../charts/chart18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90.xml"/><Relationship Id="rId3" Type="http://schemas.openxmlformats.org/officeDocument/2006/relationships/chart" Target="../charts/chart191.xml"/><Relationship Id="rId4" Type="http://schemas.openxmlformats.org/officeDocument/2006/relationships/chart" Target="../charts/chart19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93.xml"/><Relationship Id="rId3" Type="http://schemas.openxmlformats.org/officeDocument/2006/relationships/chart" Target="../charts/chart194.xml"/><Relationship Id="rId4" Type="http://schemas.openxmlformats.org/officeDocument/2006/relationships/chart" Target="../charts/chart19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96.xml"/><Relationship Id="rId3" Type="http://schemas.openxmlformats.org/officeDocument/2006/relationships/chart" Target="../charts/chart197.xml"/><Relationship Id="rId4" Type="http://schemas.openxmlformats.org/officeDocument/2006/relationships/chart" Target="../charts/chart198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99.xml"/><Relationship Id="rId3" Type="http://schemas.openxmlformats.org/officeDocument/2006/relationships/chart" Target="../charts/chart200.xml"/><Relationship Id="rId4" Type="http://schemas.openxmlformats.org/officeDocument/2006/relationships/chart" Target="../charts/chart20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02.xml"/><Relationship Id="rId3" Type="http://schemas.openxmlformats.org/officeDocument/2006/relationships/chart" Target="../charts/chart203.xml"/><Relationship Id="rId4" Type="http://schemas.openxmlformats.org/officeDocument/2006/relationships/chart" Target="../charts/chart20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05.xml"/><Relationship Id="rId3" Type="http://schemas.openxmlformats.org/officeDocument/2006/relationships/chart" Target="../charts/chart206.xml"/><Relationship Id="rId4" Type="http://schemas.openxmlformats.org/officeDocument/2006/relationships/chart" Target="../charts/chart20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08.xml"/><Relationship Id="rId3" Type="http://schemas.openxmlformats.org/officeDocument/2006/relationships/chart" Target="../charts/chart209.xml"/><Relationship Id="rId4" Type="http://schemas.openxmlformats.org/officeDocument/2006/relationships/chart" Target="../charts/chart210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11.xml"/><Relationship Id="rId3" Type="http://schemas.openxmlformats.org/officeDocument/2006/relationships/chart" Target="../charts/chart212.xml"/><Relationship Id="rId4" Type="http://schemas.openxmlformats.org/officeDocument/2006/relationships/chart" Target="../charts/chart21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14.xml"/><Relationship Id="rId3" Type="http://schemas.openxmlformats.org/officeDocument/2006/relationships/chart" Target="../charts/chart215.xml"/><Relationship Id="rId4" Type="http://schemas.openxmlformats.org/officeDocument/2006/relationships/chart" Target="../charts/chart21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17.xml"/><Relationship Id="rId3" Type="http://schemas.openxmlformats.org/officeDocument/2006/relationships/chart" Target="../charts/chart218.xml"/><Relationship Id="rId4" Type="http://schemas.openxmlformats.org/officeDocument/2006/relationships/chart" Target="../charts/chart219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20.xml"/><Relationship Id="rId3" Type="http://schemas.openxmlformats.org/officeDocument/2006/relationships/chart" Target="../charts/chart221.xml"/><Relationship Id="rId4" Type="http://schemas.openxmlformats.org/officeDocument/2006/relationships/chart" Target="../charts/chart22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23.xml"/><Relationship Id="rId3" Type="http://schemas.openxmlformats.org/officeDocument/2006/relationships/chart" Target="../charts/chart224.xml"/><Relationship Id="rId4" Type="http://schemas.openxmlformats.org/officeDocument/2006/relationships/chart" Target="../charts/chart22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26.xml"/><Relationship Id="rId3" Type="http://schemas.openxmlformats.org/officeDocument/2006/relationships/chart" Target="../charts/chart227.xml"/><Relationship Id="rId4" Type="http://schemas.openxmlformats.org/officeDocument/2006/relationships/chart" Target="../charts/chart228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29.xml"/><Relationship Id="rId3" Type="http://schemas.openxmlformats.org/officeDocument/2006/relationships/chart" Target="../charts/chart230.xml"/><Relationship Id="rId4" Type="http://schemas.openxmlformats.org/officeDocument/2006/relationships/chart" Target="../charts/chart23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32.xml"/><Relationship Id="rId3" Type="http://schemas.openxmlformats.org/officeDocument/2006/relationships/chart" Target="../charts/chart233.xml"/><Relationship Id="rId4" Type="http://schemas.openxmlformats.org/officeDocument/2006/relationships/chart" Target="../charts/chart234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35.xml"/><Relationship Id="rId3" Type="http://schemas.openxmlformats.org/officeDocument/2006/relationships/chart" Target="../charts/chart236.xml"/><Relationship Id="rId4" Type="http://schemas.openxmlformats.org/officeDocument/2006/relationships/chart" Target="../charts/chart23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38.xml"/><Relationship Id="rId3" Type="http://schemas.openxmlformats.org/officeDocument/2006/relationships/chart" Target="../charts/chart239.xml"/><Relationship Id="rId4" Type="http://schemas.openxmlformats.org/officeDocument/2006/relationships/chart" Target="../charts/chart240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41.xml"/><Relationship Id="rId3" Type="http://schemas.openxmlformats.org/officeDocument/2006/relationships/chart" Target="../charts/chart242.xml"/><Relationship Id="rId4" Type="http://schemas.openxmlformats.org/officeDocument/2006/relationships/chart" Target="../charts/chart243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14575"/>
            <a:ext cx="7315200" cy="13716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KSA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KSA – Sensodyne (2025) (1 of 3)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441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DCOMM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£66.2K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0.1%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£497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£497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£489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£489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£489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£489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CLINICAL WHITE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£2.0M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183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45.1%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861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917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946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982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18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66%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CLINICAL WHITE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£2.0M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45.1%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CINEMA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£44K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CLINICAL WHITE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£2.0M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45.1%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CLINICAL WHITE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£2.0M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45.1%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£155K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£301K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£554K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£399K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£737K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KSA – Sensodyne (2025) (2 of 3)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87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DUOFLEX BODYGUARD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£377.0K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488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18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206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282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282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DUOFLEX BODYGUARD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£377.0K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BE PROACTIVE - CONDITION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£12.7K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0.3%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£902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£902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£902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£747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EX-CLINICAL WHITE-PEARLY WHITE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FACES-CONDITION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£813.8K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73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18.3%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821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853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923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873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853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742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SUBTOTAL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KSA – Sensodyne (2025) (3 of 3)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54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CARRIED FORWARD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FACES-CONDITION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£813.8K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18.3%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£337K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£337K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FEEL FAMILIAR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£985.3K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67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22.1%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FEEL FAMILIAR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£985.3K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22.1%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FEEL FAMILIAR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£985.3K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22.1%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£291K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£291K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WORLD ORAL HEALTH DAY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£182.9K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WORLD ORAL HEALTH DAY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£182.9K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OTHER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£662K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£682K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£354K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£1.2M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£282K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£867K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£368K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£1.5M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£588K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£1.1M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KSA – Panadol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RELEASE STARTS HERE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£2.6M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21.1K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332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£569K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5.6K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11.9K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825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998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88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RELEASE STARTS HERE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£2.6M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£558K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£404K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£512K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RELEASE STARTS HERE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£2.6M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OTHER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£2.6M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21.1K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£380K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£532K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£1M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£483K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KSA – Parodontax (2025) (1 of 2)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33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ACTIVE GUM REPAIR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0.3%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£998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DCOMM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£2.7K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0.1%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MEERKAT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£397.6K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2.3K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20.2%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833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877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596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59%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MEERKAT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£397.6K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20.2%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£353K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KSA – Parodontax (2025) (2 of 2)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STELLAR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£1.5M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9.9K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49%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203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78.1%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£288K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375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586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29%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56%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STELLAR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£1.5M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78.1%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CINEMA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£44K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STELLAR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£1.5M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78.1%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£467K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£891K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£492K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KSA – Centrum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54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0.3%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£260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£556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£574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£556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£574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£574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£556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£574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£556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£574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THINK AGAIN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£5.7K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0.3%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£650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£650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£650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RAMADAN ACTIVATION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£70.7K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3.9%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YOU DID IT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£1.7M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12.7K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66%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191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95.5%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618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4.0K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862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852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4.0K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76%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49%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56%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67%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YOU DID IT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£1.7M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95.5%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YOU DID IT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£1.7M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95.5%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£245K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£126K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YOU DID IT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£1.7M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95.5%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OTHER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£48K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£1.8M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12.7K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£335K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£497K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£674K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£574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£297K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KSA – Otrivin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009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HEARTLAND MEDICATED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£664.8K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109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5.2K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HEARTLAND MEDICATED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£664.8K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£664.8K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8.2K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£333K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£330K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KSA – Sensodyne Pronamel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36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JELLYCAT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£231.1K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£231.1K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KSA – Nicotinell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36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PATCH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£68.1K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£68.1K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KSA – PM Multibrand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577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£4.6K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30.4%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£421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£452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£467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£452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£467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£467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£452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£467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£452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£467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- LISTEN TO PAIN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54.1%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HHP GLOBAL PAIN AWARENESS WEEK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£2.3K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£15.0K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£467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£467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£467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14575"/>
            <a:ext cx="7315200" cy="13716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SOUTH AFRICA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South Africa – Sensodyne (2025) (1 of 3)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87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DCOMM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£77.1K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£81.9K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ARMOUR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£1.3M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66%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37.3%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362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362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900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ARMOUR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£1.3M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37.3%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ARMOUR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£1.3M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37.3%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£77K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£58K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£63K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ARMOUR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£1.3M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37.3%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RADIO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£91K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BE PROACTIVE - CONDITION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£31.3K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0.9%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£957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£838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£811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£818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CLINICAL REPAIR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0.2%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SUSTAIN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0.1%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REPAIR AND PROTECT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0.2%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£669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South Africa – Sensodyne (2025) (2 of 3)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87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FACES-CONDITION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£1.1M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80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31.4%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£382K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765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671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592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642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894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322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57%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66%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66%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FACES-CONDITION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£1.1M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31.4%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FEEL FAMILIAR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£540.4K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2.3K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33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16.0%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FEEL FAMILIAR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£540.4K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16.0%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£283K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£283K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FEEL FAMILIAR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£540.4K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16.0%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SUBTOTAL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South Africa – Sensodyne (2025) (3 of 3)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CARRIED FORWARD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OLYMPIA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£304.0K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57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594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596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615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665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922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57%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OLYMPIA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£304.0K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£667K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£398K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£1.2M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£480K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£365K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£1.0M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South Africa – Centrum (2025) (1 of 2)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657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DCOMM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£55.1K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£712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£42.3K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2.6%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COSMOS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THINK AGAIN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£22.9K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THINK AGAIN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£22.9K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PRINT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£375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£875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£175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£425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ESSENCIAL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£646.5K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1.8K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33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39.8%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795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27%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ESSENCIAL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£646.5K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39.8%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ESSENCIAL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£646.5K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39.8%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£442K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South Africa – Centrum (2025) (2 of 2)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441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GENDER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£697.4K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63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43.0%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334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334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672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191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341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335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868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400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GENDER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£697.4K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43.0%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GENDER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£697.4K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43.0%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IMMUNITY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£94.2K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MASTERBRAND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£7.3K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0.4%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YOU DID IT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£58.1K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3.6%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£640K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£495K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South Africa – Panadol (2025) (1 of 2)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765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DCOMM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£82.4K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£66.1K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4.4%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£968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ROCKET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£22.5K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£310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ROCKET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£22.5K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PRINT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ROCKET-KIDS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1.2%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£832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£781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KIDS WINTER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£100.6K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6.7%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RELEASE STARTS HERE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£433.4K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39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28.8%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27%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RELEASE STARTS HERE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£433.4K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28.8%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RELEASE STARTS HERE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£433.4K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28.8%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South Africa – Panadol (2025) (2 of 2)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22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ROCKET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£781.4K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54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51.9%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479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476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346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346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ROCKET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£781.4K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51.9%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ROCKET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£781.4K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51.9%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ROCKET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£781.4K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51.9%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PRINT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£800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£723K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South Africa – Aquafresh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441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DCOMM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£21.8K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2.2%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CONFIDENCE ECI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£881.6K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133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87.5%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702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411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549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473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388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272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28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38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CONFIDENCE ECI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£881.6K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87.5%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CONFIDENCE ECI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£881.6K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87.5%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£59K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£40K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£40K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£39K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£39K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£39K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FROZONE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£86.5K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8.6%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£1.0M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6.2K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£402K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£353K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South Africa – Parodontax (2025) (1 of 2)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54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DCOMM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£42.3K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4.7%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£936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HAWK ACTIVE GUM REPAIR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£8.7K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£252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£90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£777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£967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SUPERIOR MINERS ARMS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0.3%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£782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MOUTH MAP TOOL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£12.5K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£838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£838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£811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£828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£811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STELLAR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£644.0K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4.3K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64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71.7%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672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671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47%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STELLAR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£644.0K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71.7%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£454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South Africa – Parodontax (2025) (2 of 2)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TIME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£151.0K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136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16.8%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TIME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£151.0K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16.8%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TIME 2.0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South Africa – Grand-Pa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22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DCOMM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£31.6K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£355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£54.5K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7.2%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STICK PACK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£676.0K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88.7%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STICK PACK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£676.0K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88.7%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£58K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£59K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£53K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£65K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£65K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£64K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£64K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£762.2K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South Africa – Med-Lemon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33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DCOMM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£46.2K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6.4%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£29.8K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IZOK SOLVA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£645.2K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2.5K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89.5%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675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679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IZOK SOLVA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£645.2K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89.5%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IZOK SOLVA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£645.2K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89.5%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£721.2K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South Africa – ENO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DCOMM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£37.7K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9.2%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£451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£466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EASTER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£119.6K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29.2%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HERITAGE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£129.6K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31.6%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KHULULEKA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£122.9K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£409.7K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£466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South Africa – Otrivin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901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DCOMM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17.4%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£788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£872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£838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£872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£872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£880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£852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REAL WORLD EVIDENCE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£29.0K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63.2%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REAL WORLD EVIDENCE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£29.0K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63.2%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PRINT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£775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£625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£675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OTRIVIN PLUS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£8.9K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19.3%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REAL WORLD EVIDENCE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£45.9K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£675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South Africa – Voltaren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577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 HOUR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£848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£902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 HOUR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 HOUR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PRINT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£625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£625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£37.0K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£848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14575"/>
            <a:ext cx="7315200" cy="13716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GINE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GINE – Panadol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54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£37.6K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1.2%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£775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RELEASE STARTS HERE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£3.1M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58.5K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1,076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98.8%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4.9K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5.4K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12.2K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5.7K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7.3K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20.0K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4.1K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4.1K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11.9K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6.1K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5.8K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14.4K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61%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170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RELEASE STARTS HERE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£3.1M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98.8%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CINEMA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£44K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RELEASE STARTS HERE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£3.1M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98.8%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£628K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£628K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RELEASE STARTS HERE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£3.1M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98.8%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£38K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£70K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£71K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RELEASE STARTS HERE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£3.1M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98.8%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OTHER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RELEASE STARTS HERE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£3.1M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98.8%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RADIO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£3.1M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58.5K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£289K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£740K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£565K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£562K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£863K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£1M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GINE – Sensodyne (2025) (1 of 3)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441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0.3%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£651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£787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£814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£787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£814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£814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£787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£814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£787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£814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CLINICAL WHITE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£1.6M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30.9K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56%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555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7.5K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4.1K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4.1K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12.1K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5.2K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6.1K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49%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41%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CLINICAL WHITE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£1.6M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£599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£292K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CLINICAL WHITE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£1.6M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£222K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CLINICAL WHITE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£1.6M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OTHER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BE PROACTIVE - CONDITION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£13.9K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0.5%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£291K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£369K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£701K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GINE – Sensodyne (2025) (2 of 3)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33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FACES AND DENTIST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£609.9K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225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20.4%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8.2K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49%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FACES AND DENTIST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£609.9K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20.4%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£993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FACES AND DENTIST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£609.9K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20.4%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FACES AND DENTIST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£609.9K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20.4%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OTHER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FACES AND DENTIST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£609.9K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20.4%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RADIO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SUBTOTAL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GINE – Sensodyne (2025) (3 of 3)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CARRIED FORWARD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FEEL FAMILIAR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£795.1K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192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26.6%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4.1K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6.0K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38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FEEL FAMILIAR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£795.1K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26.6%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£612K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£1.1M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£764K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GINE – Parodontax (2025) (1 of 2)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87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ACTIVE GUM REPAIR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39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0.6%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ACTIVE GUM REPAIR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0.6%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£677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£677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0.5%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£688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£873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£787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£814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£787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£814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£814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£787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£814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£787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£814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MISSION GINGIVAL HEALTH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£2.8K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0.2%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£193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£193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STELLAR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£1.6M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17.9K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346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98.7%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270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4.1K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10.8K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41%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49%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GINE – Parodontax (2025) (2 of 2)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STELLAR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£1.6M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98.7%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STELLAR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£1.6M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98.7%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STELLAR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£1.6M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98.7%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OTHER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STELLAR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£1.6M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98.7%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RADIO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£387K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£335K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£514K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£292K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GINE – Centrum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54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THINK AGAIN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£385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£805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£832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£832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£805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£832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MVM GUMMY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£56.0K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YOU DID IT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£1.2M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23.8K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431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94.3%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4.3K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5.2K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11.9K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5.6K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38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YOU DID IT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£1.2M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94.3%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CINEMA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YOU DID IT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£1.2M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94.3%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YOU DID IT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£1.2M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94.3%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£48K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£116K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YOU DID IT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£1.2M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94.3%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OTHER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£28K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£1.3M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23.8K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£353K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£440K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GINE – Otrivin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54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£12.5K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1.6%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£154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£139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£758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REAL WORLD EVIDENCE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£24.8K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£450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£900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£900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£900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HEARTLAND MEDICATED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£764.9K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13.6K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238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95.3%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5.2K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8.4K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57%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57%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46%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HEARTLAND MEDICATED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£764.9K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95.3%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HEARTLAND MEDICATED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£764.9K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95.3%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£95K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HEARTLAND MEDICATED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£764.9K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95.3%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OTHER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HEARTLAND MEDICATED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£764.9K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95.3%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RADIO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£802.3K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13.6K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£396K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£390K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GINE – Sensodyne Pronamel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36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JELLYCAT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£427.6K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£427.6K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GINE – Voltaren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469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 HOUR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£35.7K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72.5%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£13.6K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27.5%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£164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£148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£975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£49.3K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14575"/>
            <a:ext cx="7315200" cy="13716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TURKEY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Turkey – Sensodyne (2025) (1 of 2)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33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DCOMM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£104.1K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2.6%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£27.7K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0.7%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£924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AMPLIFY SENSITIVITY AND ENAMEL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£515.2K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200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200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29%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AMPLIFY SENSITIVITY AND ENAMEL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£515.2K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AMPLIFY SENSITIVITY AND ENAMEL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£515.2K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Turkey – Sensodyne (2025) (2 of 2)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441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CLINICAL WHITE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£3.3M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8.3K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132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82.9%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£647K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£380K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959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826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641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821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708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705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650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655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72%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59%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32%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CLINICAL WHITE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£3.3M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82.9%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CINEMA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£222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CLINICAL WHITE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£3.3M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82.9%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£368K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£399K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CLINICAL WHITE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£3.3M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82.9%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£173K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CLINICAL WHITE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£3.3M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82.9%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PRINT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TOOTHBRUSHES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£27.7K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0.7%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£366K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£869K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£380K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£1.1M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£432K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£1.1M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Turkey – Parodontax (2025) (1 of 2)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87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DCOMM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£29.0K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0.9%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£990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£500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CRATOS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£520.1K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18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27.8%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243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183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173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600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168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165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333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185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61%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46%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CRATOS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£520.1K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27.8%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STELLAR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£1.3M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533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389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392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344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300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455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49%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46%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£290K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£365K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Turkey – Parodontax (2025) (2 of 2)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469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STELLAR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£1.3M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STELLAR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£1.3M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£123K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£660K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Turkey – Theraflu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901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2.2%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£597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£719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£840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£868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£840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£868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£868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£840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£868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£840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£868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PRONATURALS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£131.0K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28.4%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PRONATURALS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£131.0K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28.4%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PRONATURALS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£131.0K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28.4%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PRINT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£676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£676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PRONATURALS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£131.0K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28.4%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RADIO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£39K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PRONATURAL SYRUP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£319.6K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69.4%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£460.7K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£868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£840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£868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£868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£840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Turkey – Polident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33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DCOMM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£2.3K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0.7%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£650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£351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£666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£666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£429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£521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£521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£539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£521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£539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£521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£539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£521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£539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DENTURE CARE EDUCATION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£133.2K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39.5%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DENTURE CARE EDUCATION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£133.2K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39.5%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PRO-GUARD AND RETAINER CLEANSER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£195.9K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58.1%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£337.5K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Turkey – Centrum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DCOMM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£70.0K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35.7%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£11.3K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5.7%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£728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£401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£319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IMMUNO VITA C MAX + ELDERBERRY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£114.7K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58.5%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IMMUNO VITA C MAX + ELDERBERRY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£114.7K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58.5%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£195.9K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Turkey – Otrivin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469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17.6%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£975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HEARTLAND MEDICATED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82.4%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£109.2K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£975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Turkey – OH Multibrand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901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£39.2K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BE PROACTIVE - CONDITION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25.7%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CONDITION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£13.6K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13.9%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SUPERIOR SCIENCE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£15.5K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£53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MOUTH MAP TOOL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£3.3K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WORLD ORAL HEALTH DAY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1.2%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£98.0K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Turkey – RH Multibrand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469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CARE 4 EVERY BREATH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£88.2K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90.5%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£825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£97.4K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£825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Turkey – WN Multibrand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469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£7.3K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33.9%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WEBSITE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£14.3K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66.1%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£634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£21.6K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£634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Turkey – PM Multibrand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469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- LISTEN TO PAIN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£19.5K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90.5%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£803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£383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£21.5K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£803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£383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14575"/>
            <a:ext cx="7315200" cy="13716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PAKISTAN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Pakistan – Sensodyne (2025) (1 of 2)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87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0.3%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£333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£808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FACES-CONDITION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£179.3K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73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9.6%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4.2K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5.4K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67%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38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FACES-CONDITION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£179.3K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9.6%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£720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£416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£311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£728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FEEL FAMILIAR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£1.3M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32.9K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92%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356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70.5%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£397K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5.2K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4.4K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4.6K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14.3K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8.1K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10.5K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89%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38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86%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82%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FEEL FAMILIAR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£1.3M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70.5%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£294K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£623K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Pakistan – Sensodyne (2025) (2 of 2)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22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NEXTNOVA CLINICAL REPAIR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£258.5K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13.9%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OLYMPIA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£54.5K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1.7K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62%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28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2.9%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729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62%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SMILE FOUNDATION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£52.3K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SMILE FOUNDATION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£52.3K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RADIO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£635K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£605K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Pakistan – Panadol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441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£28.4K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£129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£263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£774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£263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£263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£783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£263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£263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£783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EXTRA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£122.1K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986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21.9%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986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986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79%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EXTRA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£122.1K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21.9%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PAIN OCCASIONS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0.3%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£236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£517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£218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£736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£109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£140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£445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RELEASE STARTS HERE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£166.0K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29.8%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ULTRA 2X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£238.8K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42.9%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£556.8K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986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£366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Pakistan – Centrum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577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SILVER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£437.6K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86.3%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TAKE CONTROL OF YOUR HEALTH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£69.5K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13.7%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TAKE CONTROL OF YOUR HEALTH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£69.5K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13.7%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PRINT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£507.1K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Pakistan – Cac-1000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009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DAILY DOSE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£367.8K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3.7K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66%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DAILY DOSE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£367.8K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£367.8K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Pakistan – Parodontax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22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£4.6K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£447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£234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£682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£426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£440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£426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£440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£440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£426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£440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£426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£440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- MINERS ARMS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£0.36K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0.1%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£62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£218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MOUTH MAP TOOL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£0.20K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0.1%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£202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STELLAR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£244.1K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7.9K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82%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97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97.9%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990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937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956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81%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81%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£249.3K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7.9K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£390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£440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£440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Pakistan – Sensodyne Pronamel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36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JELLYCAT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£14.2K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14575"/>
            <a:ext cx="7315200" cy="13716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EGYPT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Egypt – Sensodyne (2025) (1 of 2)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87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FACES-CONDITION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£162.2K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FACES-CONDITION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£162.2K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FEEL FAMILIAR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£778.4K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73.2%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FEEL FAMILIAR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£778.4K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73.2%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FEEL FAMILIAR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£778.4K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73.2%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£132K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£361K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Egypt – Sensodyne (2025) (2 of 2)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009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WORLD ORAL HEALTH DAY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£122.6K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WORLD ORAL HEALTH DAY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£122.6K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£373K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£330K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Egypt – Panadol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33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EXTRA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£72.1K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8.2%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LETS TREAT IT RIGHT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£99.6K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RELEASE STARTS HERE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£709.6K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80.5%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RELEASE STARTS HERE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£709.6K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80.5%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RELEASE STARTS HERE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£709.6K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80.5%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£100K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£881.3K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£283K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Egypt – Centrum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87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GENDER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£535.1K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82.5%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GENDER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£535.1K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82.5%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£842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£842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£842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GENDER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£535.1K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82.5%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£108K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YOU DID IT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£113.5K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17.5%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YOU DID IT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£113.5K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17.5%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£381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£648.6K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£842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£842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Egypt – Otrivin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87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HEARTLAND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£252.2K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77.1%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HEARTLAND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£252.2K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77.1%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HEARTLAND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£252.2K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77.1%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£67K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REAL WORLD EVIDENCE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22.9%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REAL WORLD EVIDENCE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22.9%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£327.2K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Egypt – OH Multibrand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36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PORTFOLIO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£34.9K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£34.9K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Egypt – PM Multibrand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36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PAIN MANAGEMENT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£11.8K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£263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£856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£809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£11.8K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£263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£856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£809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14575"/>
            <a:ext cx="7315200" cy="13716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MOROCCO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MOR – Sensodyne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009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FEEL FAMILIAR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£1.2M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£443K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61%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62%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FEEL FAMILIAR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£1.2M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£448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£1.2M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£490K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MOR – OH Multibrand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36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PORTFOLIO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£504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£521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£521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£504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£896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£521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£8.2K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£896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14575"/>
            <a:ext cx="7315200" cy="13716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NIGERIA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Nigeria – Panadol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009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RELEASE STARTS HERE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£1.2M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£389K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£332K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RELEASE STARTS HERE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£1.2M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£440K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£440K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£1.2M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£580K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£829K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£332K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14575"/>
            <a:ext cx="7315200" cy="13716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KENYA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Kenya – Sensodyne (2025) (1 of 2)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87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ARMOUR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£132.0K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79%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17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27.0%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466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426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460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79%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ARMOUR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£132.0K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27.0%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ARMOUR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£132.0K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27.0%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FACES-CONDITION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£340.1K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5.0K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86%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59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69.6%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878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866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889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976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976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89%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71%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FACES-CONDITION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£340.1K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69.6%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Kenya – Sensodyne (2025) (2 of 2)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33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FACES-CONDITION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£340.1K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69.6%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FACES-CONDITION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£340.1K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69.6%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RADIO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£35K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FEEL FAMILIAR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£16.8K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17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984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235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FEEL FAMILIAR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£16.8K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FEEL FAMILIAR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£16.8K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Kenya – Panadol (2025) (1 of 2)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33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DCOMM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RELEASE STARTS HERE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£219.7K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3.8K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79%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409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876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876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589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76%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81%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18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RELEASE STARTS HERE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£219.7K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RELEASE STARTS HERE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£219.7K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£23K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£782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RELEASE STARTS HERE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£219.7K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RADIO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£27K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Kenya – Panadol (2025) (2 of 2)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ROCKET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£96.2K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18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30.5%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534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534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306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77%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53%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ROCKET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£96.2K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30.5%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ROCKET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£96.2K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30.5%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Kenya – ENO (2025) (1 of 2)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441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CARRY YOUR ENO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£142.7K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1.3K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19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59.7%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314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314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942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46%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CARRY YOUR ENO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£142.7K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59.7%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£55K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CARRY YOUR ENO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£142.7K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59.7%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OOH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£14K</a:t>
                      </a:r>
                    </a:p>
                  </a:txBody>
                  <a:tcPr marL="45720" marR="45720" marT="0" marB="0" anchor="ctr" vert="horz">
                    <a:solidFill>
                      <a:srgbClr val="FFBF00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CARRY YOUR ENO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£142.7K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59.7%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OTHER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CARRY YOUR ENO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£142.7K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59.7%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RADIO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FESTIVE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£62.1K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Kenya – ENO (2025) (2 of 2)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657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FESTIVE ACTIVATION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£16.7K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437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66%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437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437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66%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FESTIVE ACTIVATION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£16.7K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LIVE LIFE NON STOP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£17.5K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824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339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824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Kenya – Centrum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36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YOU DID IT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£21.7K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£21.7K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Kenya – OH Multibrand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577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£4.5K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25.3%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£53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£59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£113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£483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£499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£483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£499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£499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£483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£499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£483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£499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BE PROACTIVE - CONDITION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£12.1K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67.1%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WORLD ORAL HEALTH DAY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7.6%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£626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£626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£735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£735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£18.0K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£499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Kenya – PM Multibrand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577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£8.2K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50.4%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£784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£784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£810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£810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£810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£810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£837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- LISTEN TO PAIN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£5.8K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35.3%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£546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£895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£529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£895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HHP GLOBAL PAIN AWARENESS WEEK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£2.3K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14.3%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£546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£895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£895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£895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£16.3K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£546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£837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14575"/>
            <a:ext cx="7315200" cy="13716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FWA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FWA – Panadol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901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ROCKET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£463.4K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86%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581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581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978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978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978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978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978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978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86%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86%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86%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78%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78%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77%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77%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77%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77%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£463.4K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6.4K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FWA – Cac-1000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657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CAC 1000 IS CENTRUM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£223.8K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92%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69.2%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£56K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92%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92%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84%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CAC 1000 IS CENTRUM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£223.8K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69.2%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RADIO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ELEVATE YOUR VITALITY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£99.7K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1.8K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20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30.8%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880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880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887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887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£323.5K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FWA – Sensodyne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FACES-CONDITION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£300.8K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76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£64K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£48K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2.1K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4.5K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1.1K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489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1.6K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40%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93%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75%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85%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89%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87%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32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22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13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72%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86%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74%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81%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77%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18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12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26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19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15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FACES-CONDITION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£300.8K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FEEL FAMILIAR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£300.8K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6.1K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£61K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£203K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£98K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FWA – PM Multibrand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577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ALWAYS ON SEARCH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£3.9K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41.7%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EX - LISTEN TO PAIN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46.6%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HHP GLOBAL PAIN AWARENESS WEEK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£1.1K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11.7%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DIGITAL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£545</a:t>
                      </a:r>
                    </a:p>
                  </a:txBody>
                  <a:tcPr marL="45720" marR="45720" marT="0" marB="0" anchor="ctr" vert="horz">
                    <a:solidFill>
                      <a:srgbClr val="FDF2B7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£9.4K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£545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14575"/>
            <a:ext cx="7315200" cy="13716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UGANDA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Uganda – Panadol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1009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RELEASE STARTS HERE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£98.6K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RELEASE STARTS HERE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£98.6K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RADIO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£8K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B0D3F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£98.6K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£39K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£16K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£7K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£40K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14575"/>
            <a:ext cx="7315200" cy="13716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MAURITIUS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Placeholder"/>
          <p:cNvSpPr txBox="1"/>
          <p:nvPr/>
        </p:nvSpPr>
        <p:spPr>
          <a:xfrm>
            <a:off x="168053" y="281328"/>
            <a:ext cx="2699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Mauritius – Sensodyne (2025)</a:t>
            </a:r>
          </a:p>
        </p:txBody>
      </p:sp>
      <p:sp>
        <p:nvSpPr>
          <p:cNvPr id="3" name="CommentsTitle"/>
          <p:cNvSpPr txBox="1"/>
          <p:nvPr/>
        </p:nvSpPr>
        <p:spPr>
          <a:xfrm>
            <a:off x="1003096" y="3380536"/>
            <a:ext cx="585216" cy="1380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Calibri"/>
              </a:rPr>
              <a:t>COMMENTS</a:t>
            </a:r>
          </a:p>
        </p:txBody>
      </p:sp>
      <p:sp>
        <p:nvSpPr>
          <p:cNvPr id="4" name="CommentsBox"/>
          <p:cNvSpPr txBox="1"/>
          <p:nvPr/>
        </p:nvSpPr>
        <p:spPr>
          <a:xfrm>
            <a:off x="168249" y="3553358"/>
            <a:ext cx="2254910" cy="1361541"/>
          </a:xfrm>
          <a:prstGeom prst="rect">
            <a:avLst/>
          </a:prstGeom>
          <a:noFill/>
        </p:spPr>
        <p:txBody>
          <a:bodyPr/>
          <a:lstStyle/>
          <a:p>
            <a:pPr algn="l"/>
          </a:p>
        </p:txBody>
      </p:sp>
      <p:graphicFrame>
        <p:nvGraphicFramePr>
          <p:cNvPr id="5" name="MainDataTable"/>
          <p:cNvGraphicFramePr>
            <a:graphicFrameLocks noGrp="1"/>
          </p:cNvGraphicFramePr>
          <p:nvPr/>
        </p:nvGraphicFramePr>
        <p:xfrm>
          <a:off x="168249" y="742492"/>
          <a:ext cx="8595360" cy="901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457200"/>
                <a:gridCol w="320040"/>
                <a:gridCol w="393192"/>
                <a:gridCol w="320040"/>
                <a:gridCol w="365760"/>
                <a:gridCol w="658368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  <a:gridCol w="342900"/>
              </a:tblGrid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CAMPAIGN NAME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BUDGET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%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MEDIA TYPE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JAN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FEB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Q1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APR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MAY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JUN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Q2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JUL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AUG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SEP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Q3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OCT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NOV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DEC</a:t>
                      </a:r>
                    </a:p>
                  </a:txBody>
                  <a:tcPr marL="45720" marR="45720" marT="0" marB="0" anchor="ctr" vert="horz">
                    <a:solidFill>
                      <a:srgbClr val="38EC04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Q4</a:t>
                      </a:r>
                    </a:p>
                  </a:txBody>
                  <a:tcPr marL="45720" marR="45720" marT="0" marB="0" anchor="ctr" vert="horz">
                    <a:solidFill>
                      <a:srgbClr val="BFBFBF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FACES-CONDITION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£28.4K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TELEVISION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£15K</a:t>
                      </a:r>
                    </a:p>
                  </a:txBody>
                  <a:tcPr marL="45720" marR="45720" marT="0" marB="0" anchor="ctr" vert="horz">
                    <a:solidFill>
                      <a:srgbClr val="71D48D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GRPS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OTS@1+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REACH@3+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0795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OTS@3+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noFill/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BFBFBF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  <a:tr h="127000"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TOTAL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£28.4K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100.0%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£13K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£15K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  <a:tc>
                  <a:txBody>
                    <a:bodyPr wrap="none" anchor="ctr" lIns="0" rIns="0" tIns="0" bIns="0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00000"/>
                          </a:solidFill>
                          <a:latin typeface="Calibri"/>
                          <a:baseline val="0"/>
                        </a:rPr>
                        <a:t>-</a:t>
                      </a:r>
                    </a:p>
                  </a:txBody>
                  <a:tcPr marL="45720" marR="45720" marT="0" marB="0" anchor="ctr" vert="horz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FunnelChart"/>
          <p:cNvGraphicFramePr>
            <a:graphicFrameLocks noGrp="1"/>
          </p:cNvGraphicFramePr>
          <p:nvPr/>
        </p:nvGraphicFramePr>
        <p:xfrm>
          <a:off x="2423160" y="3017520"/>
          <a:ext cx="225491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MediaTypeChart"/>
          <p:cNvGraphicFramePr>
            <a:graphicFrameLocks noGrp="1"/>
          </p:cNvGraphicFramePr>
          <p:nvPr/>
        </p:nvGraphicFramePr>
        <p:xfrm>
          <a:off x="4320540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ampaignTypeChart"/>
          <p:cNvGraphicFramePr>
            <a:graphicFrameLocks noGrp="1"/>
          </p:cNvGraphicFramePr>
          <p:nvPr/>
        </p:nvGraphicFramePr>
        <p:xfrm>
          <a:off x="6387084" y="3017520"/>
          <a:ext cx="2420416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Haleon Template">
  <a:themeElements>
    <a:clrScheme name="Custom 28">
      <a:dk1>
        <a:srgbClr val="000000"/>
      </a:dk1>
      <a:lt1>
        <a:srgbClr val="FFFFFF"/>
      </a:lt1>
      <a:dk2>
        <a:srgbClr val="E7E7EB"/>
      </a:dk2>
      <a:lt2>
        <a:srgbClr val="D0D3D3"/>
      </a:lt2>
      <a:accent1>
        <a:srgbClr val="30EA03"/>
      </a:accent1>
      <a:accent2>
        <a:srgbClr val="8D979D"/>
      </a:accent2>
      <a:accent3>
        <a:srgbClr val="333F48"/>
      </a:accent3>
      <a:accent4>
        <a:srgbClr val="BDAB78"/>
      </a:accent4>
      <a:accent5>
        <a:srgbClr val="B96EFF"/>
      </a:accent5>
      <a:accent6>
        <a:srgbClr val="0EE2DA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6350">
          <a:solidFill>
            <a:schemeClr val="accent2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 anchor="ctr">
        <a:spAutoFit/>
      </a:bodyPr>
      <a:lstStyle>
        <a:defPPr algn="ctr">
          <a:defRPr sz="600" dirty="0" err="1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88bd154e-43c2-4e27-970d-364dfb6c3a5f">
      <UserInfo>
        <DisplayName>Catarina Santos</DisplayName>
        <AccountId>49</AccountId>
        <AccountType/>
      </UserInfo>
      <UserInfo>
        <DisplayName>Kristina von Gerichten</DisplayName>
        <AccountId>17</AccountId>
        <AccountType/>
      </UserInfo>
    </SharedWithUsers>
    <lcf76f155ced4ddcb4097134ff3c332f xmlns="4bea254a-0a54-4d26-bcac-3e65af882393">
      <Terms xmlns="http://schemas.microsoft.com/office/infopath/2007/PartnerControls"/>
    </lcf76f155ced4ddcb4097134ff3c332f>
    <TaxCatchAll xmlns="88bd154e-43c2-4e27-970d-364dfb6c3a5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B71CEA3B79BD47BC8B69EE5C2E916B" ma:contentTypeVersion="16" ma:contentTypeDescription="Create a new document." ma:contentTypeScope="" ma:versionID="8b653df2cf714c40e936f253a2395d25">
  <xsd:schema xmlns:xsd="http://www.w3.org/2001/XMLSchema" xmlns:xs="http://www.w3.org/2001/XMLSchema" xmlns:p="http://schemas.microsoft.com/office/2006/metadata/properties" xmlns:ns2="4bea254a-0a54-4d26-bcac-3e65af882393" xmlns:ns3="88bd154e-43c2-4e27-970d-364dfb6c3a5f" targetNamespace="http://schemas.microsoft.com/office/2006/metadata/properties" ma:root="true" ma:fieldsID="1eb9368585478f0f16c06686db9898e0" ns2:_="" ns3:_="">
    <xsd:import namespace="4bea254a-0a54-4d26-bcac-3e65af882393"/>
    <xsd:import namespace="88bd154e-43c2-4e27-970d-364dfb6c3a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ea254a-0a54-4d26-bcac-3e65af8823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ac8439e-0f4c-460c-87ac-674f609d5c5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bd154e-43c2-4e27-970d-364dfb6c3a5f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b8b4bbd8-b01d-4747-bb87-47a58e215ffc}" ma:internalName="TaxCatchAll" ma:showField="CatchAllData" ma:web="88bd154e-43c2-4e27-970d-364dfb6c3a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E24AD3E-BF0E-46AF-A873-A7059636D0C2}">
  <ds:schemaRefs>
    <ds:schemaRef ds:uri="http://schemas.microsoft.com/office/infopath/2007/PartnerControls"/>
    <ds:schemaRef ds:uri="http://schemas.openxmlformats.org/package/2006/metadata/core-properties"/>
    <ds:schemaRef ds:uri="88bd154e-43c2-4e27-970d-364dfb6c3a5f"/>
    <ds:schemaRef ds:uri="http://schemas.microsoft.com/office/2006/documentManagement/types"/>
    <ds:schemaRef ds:uri="4bea254a-0a54-4d26-bcac-3e65af882393"/>
    <ds:schemaRef ds:uri="http://schemas.microsoft.com/office/2006/metadata/properties"/>
    <ds:schemaRef ds:uri="http://www.w3.org/XML/1998/namespace"/>
    <ds:schemaRef ds:uri="http://purl.org/dc/dcmitype/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183117D-3C48-4F57-B249-63D855B95F89}">
  <ds:schemaRefs>
    <ds:schemaRef ds:uri="4bea254a-0a54-4d26-bcac-3e65af882393"/>
    <ds:schemaRef ds:uri="88bd154e-43c2-4e27-970d-364dfb6c3a5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A6EDE11-362F-40BD-8300-3A27A79DAEA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14912</TotalTime>
  <Words>455</Words>
  <Application>Microsoft Office PowerPoint</Application>
  <PresentationFormat>On-screen Show (16:9)</PresentationFormat>
  <Paragraphs>317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(Body)</vt:lpstr>
      <vt:lpstr>Roboto</vt:lpstr>
      <vt:lpstr>1_Haleon Template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Playground for Dan</dc:title>
  <dc:subject>PptxGenJS Presentation</dc:subject>
  <dc:creator>Pitch Software GmbH</dc:creator>
  <cp:lastModifiedBy>Alex Grama</cp:lastModifiedBy>
  <cp:revision>34</cp:revision>
  <cp:lastPrinted>2024-01-22T10:56:18Z</cp:lastPrinted>
  <dcterms:created xsi:type="dcterms:W3CDTF">2023-03-07T09:52:31Z</dcterms:created>
  <dcterms:modified xsi:type="dcterms:W3CDTF">2025-05-23T15:07:35Z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0x010100624942C2C0151646B94BF164236321E8</vt:lpwstr>
  </property>
  <property fmtid="{D5CDD505-2E9C-101B-9397-08002B2CF9AE}" pid="3" name="MediaServiceImageTags">
    <vt:lpwstr/>
  </property>
</Properties>
</file>